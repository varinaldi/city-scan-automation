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30" autoAdjust="0"/>
    <p:restoredTop sz="94714" autoAdjust="0"/>
  </p:normalViewPr>
  <p:slideViewPr>
    <p:cSldViewPr snapToGrid="0" snapToObjects="1">
      <p:cViewPr varScale="1">
        <p:scale>
          <a:sx n="175" d="100"/>
          <a:sy n="175" d="100"/>
        </p:scale>
        <p:origin x="184" y="2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685799" y="1232763"/>
            <a:ext cx="1905001" cy="763695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subTitle" idx="1" hasCustomPrompt="1"/>
          </p:nvPr>
        </p:nvSpPr>
        <p:spPr>
          <a:xfrm>
            <a:off x="685798" y="1958084"/>
            <a:ext cx="1905001" cy="3353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DATE YEAR</a:t>
            </a: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CAACB220-0D53-644C-3510-7E0A71ED29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519035"/>
            <a:ext cx="4919472" cy="392755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>
          <a:xfrm>
            <a:off x="0" y="4797791"/>
            <a:ext cx="381000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816669F8-8F0B-7A87-5A25-041B8221493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42938" y="2790597"/>
            <a:ext cx="1229769" cy="335391"/>
          </a:xfrm>
          <a:prstGeom prst="rect">
            <a:avLst/>
          </a:prstGeom>
        </p:spPr>
      </p:pic>
      <p:pic>
        <p:nvPicPr>
          <p:cNvPr id="11" name="object 7">
            <a:extLst>
              <a:ext uri="{FF2B5EF4-FFF2-40B4-BE49-F238E27FC236}">
                <a16:creationId xmlns:a16="http://schemas.microsoft.com/office/drawing/2014/main" id="{34E50B18-CC17-62EE-9F6F-FF78DACAFE56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42938" y="3402509"/>
            <a:ext cx="1112189" cy="508228"/>
          </a:xfrm>
          <a:prstGeom prst="rect">
            <a:avLst/>
          </a:prstGeom>
        </p:spPr>
      </p:pic>
      <p:pic>
        <p:nvPicPr>
          <p:cNvPr id="12" name="object 9">
            <a:extLst>
              <a:ext uri="{FF2B5EF4-FFF2-40B4-BE49-F238E27FC236}">
                <a16:creationId xmlns:a16="http://schemas.microsoft.com/office/drawing/2014/main" id="{31BEF65E-0130-A81E-9413-B54742B6B23F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13108" y="3535427"/>
            <a:ext cx="1082744" cy="315295"/>
          </a:xfrm>
          <a:prstGeom prst="rect">
            <a:avLst/>
          </a:prstGeom>
        </p:spPr>
      </p:pic>
      <p:pic>
        <p:nvPicPr>
          <p:cNvPr id="13" name="object 10">
            <a:extLst>
              <a:ext uri="{FF2B5EF4-FFF2-40B4-BE49-F238E27FC236}">
                <a16:creationId xmlns:a16="http://schemas.microsoft.com/office/drawing/2014/main" id="{0B624498-F305-FC91-04A1-5C4B693C0CD9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509787" y="2803285"/>
            <a:ext cx="1165234" cy="508241"/>
          </a:xfrm>
          <a:prstGeom prst="rect">
            <a:avLst/>
          </a:prstGeom>
        </p:spPr>
      </p:pic>
      <p:sp>
        <p:nvSpPr>
          <p:cNvPr id="14" name="object 12">
            <a:extLst>
              <a:ext uri="{FF2B5EF4-FFF2-40B4-BE49-F238E27FC236}">
                <a16:creationId xmlns:a16="http://schemas.microsoft.com/office/drawing/2014/main" id="{FA282E74-23F6-401C-DC86-63BBDC9E5970}"/>
              </a:ext>
            </a:extLst>
          </p:cNvPr>
          <p:cNvSpPr txBox="1"/>
          <p:nvPr userDrawn="1"/>
        </p:nvSpPr>
        <p:spPr>
          <a:xfrm>
            <a:off x="630238" y="4109365"/>
            <a:ext cx="30302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findings,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interpretations,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and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conclusions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expressed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City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Scan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8595B"/>
                </a:solidFill>
                <a:latin typeface="Arial"/>
                <a:cs typeface="Arial"/>
              </a:rPr>
              <a:t>do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necessarily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reflect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views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Executive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Directors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or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governments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they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represent.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Given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that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data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included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work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are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derived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from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global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sources,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does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guarantee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its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accuracy.</a:t>
            </a:r>
            <a:endParaRPr sz="700" dirty="0">
              <a:latin typeface="Arial"/>
              <a:cs typeface="Arial"/>
            </a:endParaRPr>
          </a:p>
        </p:txBody>
      </p:sp>
      <p:pic>
        <p:nvPicPr>
          <p:cNvPr id="15" name="object 8">
            <a:extLst>
              <a:ext uri="{FF2B5EF4-FFF2-40B4-BE49-F238E27FC236}">
                <a16:creationId xmlns:a16="http://schemas.microsoft.com/office/drawing/2014/main" id="{2B4D1106-85A4-E2C8-B516-4EC8F72C06A8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609600" y="228600"/>
            <a:ext cx="1055008" cy="508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BAE3C4-8D35-3D85-4306-6FC9DA0FB4A3}"/>
              </a:ext>
            </a:extLst>
          </p:cNvPr>
          <p:cNvSpPr txBox="1"/>
          <p:nvPr userDrawn="1"/>
        </p:nvSpPr>
        <p:spPr>
          <a:xfrm>
            <a:off x="685798" y="879854"/>
            <a:ext cx="1905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CITY SCAN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0" y="1062132"/>
            <a:ext cx="3955550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68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2715769" y="2051261"/>
            <a:ext cx="3712462" cy="101932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Left"/>
          <p:cNvSpPr>
            <a:spLocks noGrp="1"/>
          </p:cNvSpPr>
          <p:nvPr>
            <p:ph sz="half" idx="1"/>
          </p:nvPr>
        </p:nvSpPr>
        <p:spPr>
          <a:xfrm>
            <a:off x="457200" y="620785"/>
            <a:ext cx="4038600" cy="3973838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RIght"/>
          <p:cNvSpPr>
            <a:spLocks noGrp="1"/>
          </p:cNvSpPr>
          <p:nvPr>
            <p:ph sz="half" idx="2"/>
          </p:nvPr>
        </p:nvSpPr>
        <p:spPr>
          <a:xfrm>
            <a:off x="4648200" y="620785"/>
            <a:ext cx="4038600" cy="3973838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Left Title"/>
          <p:cNvSpPr>
            <a:spLocks noGrp="1"/>
          </p:cNvSpPr>
          <p:nvPr>
            <p:ph type="body" idx="1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4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2"/>
          </p:nvPr>
        </p:nvSpPr>
        <p:spPr>
          <a:xfrm>
            <a:off x="457200" y="978049"/>
            <a:ext cx="4040188" cy="3616573"/>
          </a:xfrm>
        </p:spPr>
        <p:txBody>
          <a:bodyPr>
            <a:normAutofit/>
          </a:bodyPr>
          <a:lstStyle>
            <a:lvl1pPr>
              <a:defRPr sz="105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Right Title"/>
          <p:cNvSpPr>
            <a:spLocks noGrp="1"/>
          </p:cNvSpPr>
          <p:nvPr>
            <p:ph type="body" sz="quarter" idx="3"/>
          </p:nvPr>
        </p:nvSpPr>
        <p:spPr>
          <a:xfrm>
            <a:off x="4645025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4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4"/>
          </p:nvPr>
        </p:nvSpPr>
        <p:spPr>
          <a:xfrm>
            <a:off x="4645026" y="978049"/>
            <a:ext cx="4041775" cy="3616573"/>
          </a:xfrm>
        </p:spPr>
        <p:txBody>
          <a:bodyPr>
            <a:normAutofit/>
          </a:bodyPr>
          <a:lstStyle>
            <a:lvl1pPr>
              <a:defRPr sz="105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1" y="204787"/>
            <a:ext cx="4794307" cy="344090"/>
          </a:xfrm>
        </p:spPr>
        <p:txBody>
          <a:bodyPr anchor="b">
            <a:normAutofit/>
          </a:bodyPr>
          <a:lstStyle>
            <a:lvl1pPr algn="l">
              <a:defRPr sz="1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651272"/>
            <a:ext cx="5111750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7" y="651272"/>
            <a:ext cx="3008313" cy="402967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1792288" y="614775"/>
            <a:ext cx="5486400" cy="290489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Body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1E082D6-B3C0-E2A4-B28E-E9C36325F9E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792288" y="3585567"/>
            <a:ext cx="5486400" cy="3740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4C60D42-BD07-5BCE-C378-B627E447D3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D82D83A9-F6EF-8760-7444-B92DFE4DE717}"/>
              </a:ext>
            </a:extLst>
          </p:cNvPr>
          <p:cNvSpPr/>
          <p:nvPr userDrawn="1"/>
        </p:nvSpPr>
        <p:spPr>
          <a:xfrm>
            <a:off x="0" y="7552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FB4D89B-64B3-F2B7-79CC-8FA03EB87D6B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342900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685799" y="1232763"/>
            <a:ext cx="1905001" cy="763695"/>
          </a:xfrm>
        </p:spPr>
        <p:txBody>
          <a:bodyPr/>
          <a:lstStyle/>
          <a:p>
            <a:r>
              <a:rPr dirty="0"/>
              <a:t>TUNIS
TUNISIA</a:t>
            </a:r>
          </a:p>
        </p:txBody>
      </p:sp>
      <p:sp>
        <p:nvSpPr>
          <p:cNvPr id="3" name="Date"/>
          <p:cNvSpPr>
            <a:spLocks noGrp="1"/>
          </p:cNvSpPr>
          <p:nvPr>
            <p:ph type="subTitle" idx="1" hasCustomPrompt="1"/>
          </p:nvPr>
        </p:nvSpPr>
        <p:spPr>
          <a:xfrm>
            <a:off x="685798" y="1958084"/>
            <a:ext cx="1905001" cy="335391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0606-61E1-0A68-A87D-7C18FD41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5FE8-C02B-1440-75AC-FAE5024AF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</Words>
  <Application>Microsoft Macintosh PowerPoint</Application>
  <PresentationFormat>On-screen Show (16:9)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TUNIS
TUNISIA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Vivaldi Rinaldi</cp:lastModifiedBy>
  <cp:revision>24</cp:revision>
  <dcterms:created xsi:type="dcterms:W3CDTF">2017-06-05T14:10:58Z</dcterms:created>
  <dcterms:modified xsi:type="dcterms:W3CDTF">2025-10-16T18:06:38Z</dcterms:modified>
</cp:coreProperties>
</file>