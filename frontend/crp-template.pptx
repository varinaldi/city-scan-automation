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6.xml" ContentType="application/vnd.openxmlformats-officedocument.theme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7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2" r:id="rId2"/>
    <p:sldMasterId id="2147483670" r:id="rId3"/>
    <p:sldMasterId id="2147483677" r:id="rId4"/>
    <p:sldMasterId id="2147483691" r:id="rId5"/>
    <p:sldMasterId id="2147483684" r:id="rId6"/>
    <p:sldMasterId id="2147483698" r:id="rId7"/>
    <p:sldMasterId id="2147483705" r:id="rId8"/>
  </p:sldMasterIdLst>
  <p:notesMasterIdLst>
    <p:notesMasterId r:id="rId9"/>
  </p:notesMaster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535" autoAdjust="0"/>
    <p:restoredTop sz="94714" autoAdjust="0"/>
  </p:normalViewPr>
  <p:slideViewPr>
    <p:cSldViewPr snapToGrid="0" snapToObjects="1">
      <p:cViewPr varScale="1">
        <p:scale>
          <a:sx n="182" d="100"/>
          <a:sy n="182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10/20/25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685801" y="1232765"/>
            <a:ext cx="1905001" cy="763695"/>
          </a:xfrm>
        </p:spPr>
        <p:txBody>
          <a:bodyPr>
            <a:noAutofit/>
          </a:bodyPr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subTitle" idx="1" hasCustomPrompt="1"/>
          </p:nvPr>
        </p:nvSpPr>
        <p:spPr>
          <a:xfrm>
            <a:off x="685800" y="1958085"/>
            <a:ext cx="1905001" cy="3353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DATE YEAR</a:t>
            </a:r>
          </a:p>
        </p:txBody>
      </p:sp>
      <p:sp>
        <p:nvSpPr>
          <p:cNvPr id="8" name="Image">
            <a:extLst>
              <a:ext uri="{FF2B5EF4-FFF2-40B4-BE49-F238E27FC236}">
                <a16:creationId xmlns:a16="http://schemas.microsoft.com/office/drawing/2014/main" id="{CAACB220-0D53-644C-3510-7E0A71ED29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67328" y="519035"/>
            <a:ext cx="4919472" cy="392755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age Number"/>
          <p:cNvSpPr>
            <a:spLocks noGrp="1"/>
          </p:cNvSpPr>
          <p:nvPr>
            <p:ph type="sldNum" sz="quarter" idx="12"/>
          </p:nvPr>
        </p:nvSpPr>
        <p:spPr>
          <a:xfrm>
            <a:off x="0" y="4797791"/>
            <a:ext cx="381000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object 6">
            <a:extLst>
              <a:ext uri="{FF2B5EF4-FFF2-40B4-BE49-F238E27FC236}">
                <a16:creationId xmlns:a16="http://schemas.microsoft.com/office/drawing/2014/main" id="{816669F8-8F0B-7A87-5A25-041B8221493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42939" y="2790599"/>
            <a:ext cx="1229769" cy="335391"/>
          </a:xfrm>
          <a:prstGeom prst="rect">
            <a:avLst/>
          </a:prstGeom>
        </p:spPr>
      </p:pic>
      <p:pic>
        <p:nvPicPr>
          <p:cNvPr id="11" name="object 7">
            <a:extLst>
              <a:ext uri="{FF2B5EF4-FFF2-40B4-BE49-F238E27FC236}">
                <a16:creationId xmlns:a16="http://schemas.microsoft.com/office/drawing/2014/main" id="{34E50B18-CC17-62EE-9F6F-FF78DACAFE56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42939" y="3402509"/>
            <a:ext cx="1112189" cy="508228"/>
          </a:xfrm>
          <a:prstGeom prst="rect">
            <a:avLst/>
          </a:prstGeom>
        </p:spPr>
      </p:pic>
      <p:pic>
        <p:nvPicPr>
          <p:cNvPr id="12" name="object 9">
            <a:extLst>
              <a:ext uri="{FF2B5EF4-FFF2-40B4-BE49-F238E27FC236}">
                <a16:creationId xmlns:a16="http://schemas.microsoft.com/office/drawing/2014/main" id="{31BEF65E-0130-A81E-9413-B54742B6B23F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2513108" y="3535428"/>
            <a:ext cx="1082744" cy="315295"/>
          </a:xfrm>
          <a:prstGeom prst="rect">
            <a:avLst/>
          </a:prstGeom>
        </p:spPr>
      </p:pic>
      <p:pic>
        <p:nvPicPr>
          <p:cNvPr id="13" name="object 10">
            <a:extLst>
              <a:ext uri="{FF2B5EF4-FFF2-40B4-BE49-F238E27FC236}">
                <a16:creationId xmlns:a16="http://schemas.microsoft.com/office/drawing/2014/main" id="{0B624498-F305-FC91-04A1-5C4B693C0CD9}"/>
              </a:ext>
            </a:extLst>
          </p:cNvPr>
          <p:cNvPicPr/>
          <p:nvPr userDrawn="1"/>
        </p:nvPicPr>
        <p:blipFill>
          <a:blip r:embed="rId5" cstate="print"/>
          <a:stretch>
            <a:fillRect/>
          </a:stretch>
        </p:blipFill>
        <p:spPr>
          <a:xfrm>
            <a:off x="2509787" y="2803287"/>
            <a:ext cx="1165235" cy="508241"/>
          </a:xfrm>
          <a:prstGeom prst="rect">
            <a:avLst/>
          </a:prstGeom>
        </p:spPr>
      </p:pic>
      <p:sp>
        <p:nvSpPr>
          <p:cNvPr id="14" name="object 12">
            <a:extLst>
              <a:ext uri="{FF2B5EF4-FFF2-40B4-BE49-F238E27FC236}">
                <a16:creationId xmlns:a16="http://schemas.microsoft.com/office/drawing/2014/main" id="{FA282E74-23F6-401C-DC86-63BBDC9E5970}"/>
              </a:ext>
            </a:extLst>
          </p:cNvPr>
          <p:cNvSpPr txBox="1"/>
          <p:nvPr userDrawn="1"/>
        </p:nvSpPr>
        <p:spPr>
          <a:xfrm>
            <a:off x="630239" y="4109367"/>
            <a:ext cx="303022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findings,</a:t>
            </a:r>
            <a:r>
              <a:rPr sz="700" spc="-11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interpretations,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and</a:t>
            </a:r>
            <a:r>
              <a:rPr sz="700" spc="-11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conclusions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expressed</a:t>
            </a:r>
            <a:r>
              <a:rPr sz="700" spc="-11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in</a:t>
            </a:r>
            <a:r>
              <a:rPr sz="700" spc="-11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this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City</a:t>
            </a:r>
            <a:r>
              <a:rPr sz="700" spc="-11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Scan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58595B"/>
                </a:solidFill>
                <a:latin typeface="Arial"/>
                <a:cs typeface="Arial"/>
              </a:rPr>
              <a:t>do</a:t>
            </a:r>
            <a:r>
              <a:rPr sz="700" spc="50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not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necessarily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reflect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views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of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World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Bank,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Executive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spc="-11" dirty="0">
                <a:solidFill>
                  <a:srgbClr val="58595B"/>
                </a:solidFill>
                <a:latin typeface="Arial"/>
                <a:cs typeface="Arial"/>
              </a:rPr>
              <a:t>Directors</a:t>
            </a:r>
            <a:r>
              <a:rPr sz="700" spc="50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of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World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Bank,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or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governments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they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represent.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Given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that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data</a:t>
            </a:r>
            <a:r>
              <a:rPr sz="700" spc="50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included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in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this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work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are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derived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from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global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sources,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World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Bank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does</a:t>
            </a:r>
            <a:r>
              <a:rPr sz="700" spc="50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not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guarantee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its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spc="-11" dirty="0">
                <a:solidFill>
                  <a:srgbClr val="58595B"/>
                </a:solidFill>
                <a:latin typeface="Arial"/>
                <a:cs typeface="Arial"/>
              </a:rPr>
              <a:t>accuracy.</a:t>
            </a:r>
            <a:endParaRPr sz="700" dirty="0">
              <a:latin typeface="Arial"/>
              <a:cs typeface="Arial"/>
            </a:endParaRPr>
          </a:p>
        </p:txBody>
      </p:sp>
      <p:pic>
        <p:nvPicPr>
          <p:cNvPr id="15" name="object 8">
            <a:extLst>
              <a:ext uri="{FF2B5EF4-FFF2-40B4-BE49-F238E27FC236}">
                <a16:creationId xmlns:a16="http://schemas.microsoft.com/office/drawing/2014/main" id="{2B4D1106-85A4-E2C8-B516-4EC8F72C06A8}"/>
              </a:ext>
            </a:extLst>
          </p:cNvPr>
          <p:cNvPicPr/>
          <p:nvPr userDrawn="1"/>
        </p:nvPicPr>
        <p:blipFill>
          <a:blip r:embed="rId6" cstate="print"/>
          <a:stretch>
            <a:fillRect/>
          </a:stretch>
        </p:blipFill>
        <p:spPr>
          <a:xfrm>
            <a:off x="609600" y="228600"/>
            <a:ext cx="1055008" cy="5082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BAE3C4-8D35-3D85-4306-6FC9DA0FB4A3}"/>
              </a:ext>
            </a:extLst>
          </p:cNvPr>
          <p:cNvSpPr txBox="1"/>
          <p:nvPr userDrawn="1"/>
        </p:nvSpPr>
        <p:spPr>
          <a:xfrm>
            <a:off x="685800" y="879855"/>
            <a:ext cx="19050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CITY SCAN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6ADA916B-357A-9504-E4D5-1D896DF4E640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76646" cy="516199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03D4F1F-35D1-9083-9186-82B1B381216F}"/>
              </a:ext>
            </a:extLst>
          </p:cNvPr>
          <p:cNvSpPr/>
          <p:nvPr userDrawn="1"/>
        </p:nvSpPr>
        <p:spPr>
          <a:xfrm>
            <a:off x="2590801" y="1062132"/>
            <a:ext cx="3955551" cy="22089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715770" y="1365106"/>
            <a:ext cx="3712463" cy="604094"/>
          </a:xfrm>
        </p:spPr>
        <p:txBody>
          <a:bodyPr anchor="t">
            <a:noAutofit/>
          </a:bodyPr>
          <a:lstStyle>
            <a:lvl1pPr algn="l">
              <a:defRPr sz="1800" b="0" u="sng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2715770" y="1898602"/>
            <a:ext cx="3712463" cy="1171981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891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D8F514CA-C730-E710-41F4-B00F32D408DA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648201" y="3519960"/>
            <a:ext cx="4038600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2 Title">
            <a:extLst>
              <a:ext uri="{FF2B5EF4-FFF2-40B4-BE49-F238E27FC236}">
                <a16:creationId xmlns:a16="http://schemas.microsoft.com/office/drawing/2014/main" id="{B5937D14-36B3-A352-1723-0AB3E8ECB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6" y="609873"/>
            <a:ext cx="404177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2"/>
          <p:cNvSpPr>
            <a:spLocks noGrp="1"/>
          </p:cNvSpPr>
          <p:nvPr>
            <p:ph sz="half" idx="2"/>
          </p:nvPr>
        </p:nvSpPr>
        <p:spPr>
          <a:xfrm>
            <a:off x="4648200" y="978049"/>
            <a:ext cx="4038600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D97B124-23D4-630A-5FBA-24394DC34D5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7199" y="3519959"/>
            <a:ext cx="4038600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457200" y="978049"/>
            <a:ext cx="4038600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1 Title">
            <a:extLst>
              <a:ext uri="{FF2B5EF4-FFF2-40B4-BE49-F238E27FC236}">
                <a16:creationId xmlns:a16="http://schemas.microsoft.com/office/drawing/2014/main" id="{22670124-60C8-E086-C17B-D995C479A91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57199" y="609873"/>
            <a:ext cx="4040188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D97B124-23D4-630A-5FBA-24394DC34D5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7199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457200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1 Title">
            <a:extLst>
              <a:ext uri="{FF2B5EF4-FFF2-40B4-BE49-F238E27FC236}">
                <a16:creationId xmlns:a16="http://schemas.microsoft.com/office/drawing/2014/main" id="{22670124-60C8-E086-C17B-D995C479A91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57199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9CF71972-B6E9-744C-4C41-93C97DC7CACB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271836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2">
            <a:extLst>
              <a:ext uri="{FF2B5EF4-FFF2-40B4-BE49-F238E27FC236}">
                <a16:creationId xmlns:a16="http://schemas.microsoft.com/office/drawing/2014/main" id="{D24EBE81-716A-7174-2D76-F07B73BE5DFB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271838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2 Title">
            <a:extLst>
              <a:ext uri="{FF2B5EF4-FFF2-40B4-BE49-F238E27FC236}">
                <a16:creationId xmlns:a16="http://schemas.microsoft.com/office/drawing/2014/main" id="{741E48A4-BFCD-FECA-D84D-4052B8FC5B9B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271836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BAE59DCC-DE77-8D3E-B66B-A8B00CB940D2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086472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3">
            <a:extLst>
              <a:ext uri="{FF2B5EF4-FFF2-40B4-BE49-F238E27FC236}">
                <a16:creationId xmlns:a16="http://schemas.microsoft.com/office/drawing/2014/main" id="{E11A5E4E-2B36-B9AF-C948-91AD796E6B8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086474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Content 3 Title">
            <a:extLst>
              <a:ext uri="{FF2B5EF4-FFF2-40B4-BE49-F238E27FC236}">
                <a16:creationId xmlns:a16="http://schemas.microsoft.com/office/drawing/2014/main" id="{2DDFAC46-200A-2057-B4F0-C3BA2DB0173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086472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8816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2">
            <a:extLst>
              <a:ext uri="{FF2B5EF4-FFF2-40B4-BE49-F238E27FC236}">
                <a16:creationId xmlns:a16="http://schemas.microsoft.com/office/drawing/2014/main" id="{F27DCB30-87C0-94AC-66CE-4DA330A8B0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78488" y="650875"/>
            <a:ext cx="3008312" cy="1682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1"/>
          <p:cNvSpPr>
            <a:spLocks noGrp="1"/>
          </p:cNvSpPr>
          <p:nvPr>
            <p:ph idx="1"/>
          </p:nvPr>
        </p:nvSpPr>
        <p:spPr>
          <a:xfrm>
            <a:off x="457200" y="651274"/>
            <a:ext cx="5111751" cy="402967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51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5678489" y="2419945"/>
            <a:ext cx="3008313" cy="2260998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437DECAA-A6EE-FBC2-1AA2-4039B11F75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8229600" cy="3428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4DBE2-86BD-1413-FC16-DB81DAFCD5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57206-79FE-94E6-7EEF-21F827F082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graphicFrame>
        <p:nvGraphicFramePr>
          <p:cNvPr id="5" name="object 9">
            <a:extLst>
              <a:ext uri="{FF2B5EF4-FFF2-40B4-BE49-F238E27FC236}">
                <a16:creationId xmlns:a16="http://schemas.microsoft.com/office/drawing/2014/main" id="{B1F3CA49-9ADB-4776-93F4-9CF4B70AF21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85851895"/>
              </p:ext>
            </p:extLst>
          </p:nvPr>
        </p:nvGraphicFramePr>
        <p:xfrm>
          <a:off x="457200" y="682945"/>
          <a:ext cx="8229600" cy="39983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23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7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3022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Setting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the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context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63850" marB="0">
                    <a:lnT w="38100">
                      <a:solidFill>
                        <a:srgbClr val="6DCFF6"/>
                      </a:solidFill>
                      <a:prstDash val="solid"/>
                    </a:lnT>
                    <a:lnB w="38100">
                      <a:solidFill>
                        <a:srgbClr val="649B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0269" marR="41910" algn="just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74663" marB="0">
                    <a:lnT w="38100">
                      <a:solidFill>
                        <a:srgbClr val="6DCFF6"/>
                      </a:solidFill>
                      <a:prstDash val="solid"/>
                    </a:lnT>
                    <a:lnB w="38100">
                      <a:solidFill>
                        <a:srgbClr val="649B7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3593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Population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Demographic</a:t>
                      </a:r>
                      <a:r>
                        <a:rPr sz="1100" spc="-4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Trends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52521" marB="0">
                    <a:lnT w="38100">
                      <a:solidFill>
                        <a:srgbClr val="649B77"/>
                      </a:solidFill>
                      <a:prstDash val="solid"/>
                    </a:lnT>
                    <a:lnB w="38100">
                      <a:solidFill>
                        <a:srgbClr val="F49AC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0269" marR="42545" algn="just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63850" marB="0">
                    <a:lnT w="38100">
                      <a:solidFill>
                        <a:srgbClr val="649B77"/>
                      </a:solidFill>
                      <a:prstDash val="solid"/>
                    </a:lnT>
                    <a:lnB w="38100">
                      <a:solidFill>
                        <a:srgbClr val="F49AC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9592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Economic</a:t>
                      </a:r>
                      <a:r>
                        <a:rPr sz="1100" spc="-9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Activity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61275" marB="0">
                    <a:lnT w="38100">
                      <a:solidFill>
                        <a:srgbClr val="F49AC1"/>
                      </a:solidFill>
                      <a:prstDash val="solid"/>
                    </a:lnT>
                    <a:lnB w="38100">
                      <a:solidFill>
                        <a:srgbClr val="FBF8C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0269" marR="42545" algn="just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72603" marB="0">
                    <a:lnT w="38100">
                      <a:solidFill>
                        <a:srgbClr val="F49AC1"/>
                      </a:solidFill>
                      <a:prstDash val="solid"/>
                    </a:lnT>
                    <a:lnB w="38100">
                      <a:solidFill>
                        <a:srgbClr val="FBF8C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2182"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1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Built</a:t>
                      </a:r>
                      <a:r>
                        <a:rPr sz="1100" spc="-3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2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Form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32955" marB="0">
                    <a:lnT w="38100">
                      <a:solidFill>
                        <a:srgbClr val="FBF8C7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90269" marR="42545" algn="just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35529" marB="0">
                    <a:lnT w="38100">
                      <a:solidFill>
                        <a:srgbClr val="FBF8C7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itle">
            <a:extLst>
              <a:ext uri="{FF2B5EF4-FFF2-40B4-BE49-F238E27FC236}">
                <a16:creationId xmlns:a16="http://schemas.microsoft.com/office/drawing/2014/main" id="{8BA46BF8-B833-87E1-88C9-270FDC2E02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8229600" cy="3428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6713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cutive 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74DBE2-86BD-1413-FC16-DB81DAFCD5A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57206-79FE-94E6-7EEF-21F827F082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15BCA743-B983-F291-9EEF-4E2D11D54A1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37834755"/>
              </p:ext>
            </p:extLst>
          </p:nvPr>
        </p:nvGraphicFramePr>
        <p:xfrm>
          <a:off x="457201" y="695287"/>
          <a:ext cx="8229600" cy="37261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79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0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91004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Climate</a:t>
                      </a:r>
                      <a:r>
                        <a:rPr sz="1200" spc="-3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Conditions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73660" marB="0">
                    <a:lnT w="38100">
                      <a:solidFill>
                        <a:srgbClr val="AAFF00"/>
                      </a:solidFill>
                      <a:prstDash val="solid"/>
                    </a:lnT>
                    <a:lnB w="38100">
                      <a:solidFill>
                        <a:srgbClr val="EB8A2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5855" marR="60960" algn="just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87630" marB="0">
                    <a:lnT w="38100">
                      <a:solidFill>
                        <a:srgbClr val="AAFF00"/>
                      </a:solidFill>
                      <a:prstDash val="solid"/>
                    </a:lnT>
                    <a:lnB w="38100">
                      <a:solidFill>
                        <a:srgbClr val="EB8A2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2208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Risk</a:t>
                      </a:r>
                      <a:r>
                        <a:rPr sz="1200" spc="-3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Identification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60325" marB="0">
                    <a:lnT w="38100">
                      <a:solidFill>
                        <a:srgbClr val="EB8A24"/>
                      </a:solidFill>
                      <a:prstDash val="solid"/>
                    </a:lnT>
                    <a:lnB w="38100">
                      <a:solidFill>
                        <a:srgbClr val="AE568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5855" marR="60960" algn="just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74295" marB="0">
                    <a:lnT w="38100">
                      <a:solidFill>
                        <a:srgbClr val="EB8A24"/>
                      </a:solidFill>
                      <a:prstDash val="solid"/>
                    </a:lnT>
                    <a:lnB w="38100">
                      <a:solidFill>
                        <a:srgbClr val="AE568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2895">
                <a:tc>
                  <a:txBody>
                    <a:bodyPr/>
                    <a:lstStyle/>
                    <a:p>
                      <a:pPr marL="3492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2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Local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Institutions</a:t>
                      </a:r>
                      <a:r>
                        <a:rPr sz="1200" spc="-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sz="1200" spc="-10" dirty="0">
                          <a:solidFill>
                            <a:srgbClr val="231F20"/>
                          </a:solidFill>
                          <a:latin typeface="Arial"/>
                          <a:cs typeface="Arial"/>
                        </a:rPr>
                        <a:t> Planning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01600" marB="0">
                    <a:lnT w="38100">
                      <a:solidFill>
                        <a:srgbClr val="AE568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25855" marR="60325" algn="just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104140" marB="0">
                    <a:lnT w="38100">
                      <a:solidFill>
                        <a:srgbClr val="AE5681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itle">
            <a:extLst>
              <a:ext uri="{FF2B5EF4-FFF2-40B4-BE49-F238E27FC236}">
                <a16:creationId xmlns:a16="http://schemas.microsoft.com/office/drawing/2014/main" id="{77776B8C-189E-BA33-9E01-CAF861548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8229600" cy="3428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7827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Left Title"/>
          <p:cNvSpPr>
            <a:spLocks noGrp="1"/>
          </p:cNvSpPr>
          <p:nvPr>
            <p:ph type="body" idx="1"/>
          </p:nvPr>
        </p:nvSpPr>
        <p:spPr>
          <a:xfrm>
            <a:off x="457199" y="609873"/>
            <a:ext cx="4040188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Left"/>
          <p:cNvSpPr>
            <a:spLocks noGrp="1"/>
          </p:cNvSpPr>
          <p:nvPr>
            <p:ph sz="half" idx="2"/>
          </p:nvPr>
        </p:nvSpPr>
        <p:spPr>
          <a:xfrm>
            <a:off x="457201" y="978051"/>
            <a:ext cx="4040188" cy="3616573"/>
          </a:xfrm>
        </p:spPr>
        <p:txBody>
          <a:bodyPr>
            <a:normAutofit/>
          </a:bodyPr>
          <a:lstStyle>
            <a:lvl1pPr>
              <a:defRPr sz="1051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Right Title"/>
          <p:cNvSpPr>
            <a:spLocks noGrp="1"/>
          </p:cNvSpPr>
          <p:nvPr>
            <p:ph type="body" sz="quarter" idx="3"/>
          </p:nvPr>
        </p:nvSpPr>
        <p:spPr>
          <a:xfrm>
            <a:off x="4645026" y="609873"/>
            <a:ext cx="404177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Right"/>
          <p:cNvSpPr>
            <a:spLocks noGrp="1"/>
          </p:cNvSpPr>
          <p:nvPr>
            <p:ph sz="quarter" idx="4"/>
          </p:nvPr>
        </p:nvSpPr>
        <p:spPr>
          <a:xfrm>
            <a:off x="4645027" y="978051"/>
            <a:ext cx="4041775" cy="3616573"/>
          </a:xfrm>
        </p:spPr>
        <p:txBody>
          <a:bodyPr>
            <a:normAutofit/>
          </a:bodyPr>
          <a:lstStyle>
            <a:lvl1pPr>
              <a:defRPr sz="1051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DAE2A4-A82A-4230-BF0B-C5FD111798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D2E31-E74F-F4B9-2784-02D3EE05AC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FF18A1AB-FB8F-F0E2-98FF-0ACE7E2538E9}"/>
              </a:ext>
            </a:extLst>
          </p:cNvPr>
          <p:cNvSpPr txBox="1"/>
          <p:nvPr userDrawn="1"/>
        </p:nvSpPr>
        <p:spPr>
          <a:xfrm>
            <a:off x="6180556" y="2202328"/>
            <a:ext cx="2375420" cy="2385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626366"/>
                </a:solidFill>
                <a:latin typeface="Arial"/>
                <a:cs typeface="Arial"/>
              </a:rPr>
              <a:t>Why</a:t>
            </a:r>
            <a:r>
              <a:rPr sz="900" spc="-20" dirty="0">
                <a:solidFill>
                  <a:srgbClr val="6263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26366"/>
                </a:solidFill>
                <a:latin typeface="Arial"/>
                <a:cs typeface="Arial"/>
              </a:rPr>
              <a:t>invest</a:t>
            </a:r>
            <a:r>
              <a:rPr sz="900" spc="-15" dirty="0">
                <a:solidFill>
                  <a:srgbClr val="6263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26366"/>
                </a:solidFill>
                <a:latin typeface="Arial"/>
                <a:cs typeface="Arial"/>
              </a:rPr>
              <a:t>in</a:t>
            </a:r>
            <a:r>
              <a:rPr sz="900" spc="-15" dirty="0">
                <a:solidFill>
                  <a:srgbClr val="6263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26366"/>
                </a:solidFill>
                <a:latin typeface="Arial"/>
                <a:cs typeface="Arial"/>
              </a:rPr>
              <a:t>urban</a:t>
            </a:r>
            <a:r>
              <a:rPr sz="900" spc="-15" dirty="0">
                <a:solidFill>
                  <a:srgbClr val="626366"/>
                </a:solidFill>
                <a:latin typeface="Arial"/>
                <a:cs typeface="Arial"/>
              </a:rPr>
              <a:t> </a:t>
            </a:r>
            <a:r>
              <a:rPr sz="900" spc="-11" dirty="0">
                <a:solidFill>
                  <a:srgbClr val="626366"/>
                </a:solidFill>
                <a:latin typeface="Arial"/>
                <a:cs typeface="Arial"/>
              </a:rPr>
              <a:t>resilience?</a:t>
            </a:r>
            <a:endParaRPr sz="9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15"/>
              </a:spcBef>
            </a:pPr>
            <a:r>
              <a:rPr sz="600" dirty="0">
                <a:latin typeface="Arial"/>
                <a:cs typeface="Arial"/>
              </a:rPr>
              <a:t>Investing</a:t>
            </a:r>
            <a:r>
              <a:rPr sz="600" spc="4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in</a:t>
            </a:r>
            <a:r>
              <a:rPr sz="600" spc="5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urban</a:t>
            </a:r>
            <a:r>
              <a:rPr sz="600" spc="5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resilience</a:t>
            </a:r>
            <a:r>
              <a:rPr sz="600" spc="6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boosts</a:t>
            </a:r>
            <a:r>
              <a:rPr sz="600" spc="5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long-term</a:t>
            </a:r>
            <a:r>
              <a:rPr sz="600" spc="5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economic,</a:t>
            </a:r>
            <a:r>
              <a:rPr sz="600" spc="5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social,</a:t>
            </a:r>
            <a:r>
              <a:rPr sz="600" spc="60" dirty="0">
                <a:latin typeface="Arial"/>
                <a:cs typeface="Arial"/>
              </a:rPr>
              <a:t> </a:t>
            </a:r>
            <a:r>
              <a:rPr sz="600" spc="-25" dirty="0">
                <a:latin typeface="Arial"/>
                <a:cs typeface="Arial"/>
              </a:rPr>
              <a:t>and </a:t>
            </a:r>
            <a:r>
              <a:rPr sz="600" dirty="0">
                <a:latin typeface="Arial"/>
                <a:cs typeface="Arial"/>
              </a:rPr>
              <a:t>physical</a:t>
            </a:r>
            <a:r>
              <a:rPr sz="600" spc="4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sustainability</a:t>
            </a:r>
            <a:r>
              <a:rPr sz="600" spc="6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by</a:t>
            </a:r>
            <a:r>
              <a:rPr sz="600" spc="5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safeguarding</a:t>
            </a:r>
            <a:r>
              <a:rPr sz="600" spc="6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the</a:t>
            </a:r>
            <a:r>
              <a:rPr sz="600" spc="5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gains</a:t>
            </a:r>
            <a:r>
              <a:rPr sz="600" spc="6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from</a:t>
            </a:r>
            <a:r>
              <a:rPr sz="600" spc="5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current</a:t>
            </a:r>
            <a:r>
              <a:rPr sz="600" spc="60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devel- </a:t>
            </a:r>
            <a:r>
              <a:rPr sz="600" dirty="0">
                <a:latin typeface="Arial"/>
                <a:cs typeface="Arial"/>
              </a:rPr>
              <a:t>opments</a:t>
            </a:r>
            <a:r>
              <a:rPr sz="600" spc="12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for</a:t>
            </a:r>
            <a:r>
              <a:rPr sz="600" spc="12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future</a:t>
            </a:r>
            <a:r>
              <a:rPr sz="600" spc="12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generations.</a:t>
            </a:r>
            <a:r>
              <a:rPr sz="600" spc="12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Greater</a:t>
            </a:r>
            <a:r>
              <a:rPr sz="600" spc="12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urban</a:t>
            </a:r>
            <a:r>
              <a:rPr sz="600" spc="12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resilience</a:t>
            </a:r>
            <a:r>
              <a:rPr sz="600" spc="12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builds</a:t>
            </a:r>
            <a:r>
              <a:rPr sz="600" spc="125" dirty="0">
                <a:latin typeface="Arial"/>
                <a:cs typeface="Arial"/>
              </a:rPr>
              <a:t> </a:t>
            </a:r>
            <a:r>
              <a:rPr sz="600" spc="-25" dirty="0">
                <a:latin typeface="Arial"/>
                <a:cs typeface="Arial"/>
              </a:rPr>
              <a:t>the </a:t>
            </a:r>
            <a:r>
              <a:rPr sz="600" dirty="0">
                <a:latin typeface="Arial"/>
                <a:cs typeface="Arial"/>
              </a:rPr>
              <a:t>capacity</a:t>
            </a:r>
            <a:r>
              <a:rPr sz="600" spc="31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of</a:t>
            </a:r>
            <a:r>
              <a:rPr sz="600" spc="4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local</a:t>
            </a:r>
            <a:r>
              <a:rPr sz="600" spc="4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governments</a:t>
            </a:r>
            <a:r>
              <a:rPr sz="600" spc="4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to</a:t>
            </a:r>
            <a:r>
              <a:rPr sz="600" spc="4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help</a:t>
            </a:r>
            <a:r>
              <a:rPr sz="600" spc="4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households,</a:t>
            </a:r>
            <a:r>
              <a:rPr sz="600" spc="4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communities,</a:t>
            </a:r>
            <a:r>
              <a:rPr sz="600" spc="40" dirty="0">
                <a:latin typeface="Arial"/>
                <a:cs typeface="Arial"/>
              </a:rPr>
              <a:t> </a:t>
            </a:r>
            <a:r>
              <a:rPr sz="600" spc="-25" dirty="0">
                <a:latin typeface="Arial"/>
                <a:cs typeface="Arial"/>
              </a:rPr>
              <a:t>and </a:t>
            </a:r>
            <a:r>
              <a:rPr sz="600" dirty="0">
                <a:latin typeface="Arial"/>
                <a:cs typeface="Arial"/>
              </a:rPr>
              <a:t>enterprises</a:t>
            </a:r>
            <a:r>
              <a:rPr sz="600" spc="6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manage</a:t>
            </a:r>
            <a:r>
              <a:rPr sz="600" spc="6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and</a:t>
            </a:r>
            <a:r>
              <a:rPr sz="600" spc="6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avoid</a:t>
            </a:r>
            <a:r>
              <a:rPr sz="600" spc="6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shocks</a:t>
            </a:r>
            <a:r>
              <a:rPr sz="600" spc="6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and</a:t>
            </a:r>
            <a:r>
              <a:rPr sz="600" spc="6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stresses,</a:t>
            </a:r>
            <a:r>
              <a:rPr sz="600" spc="6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for</a:t>
            </a:r>
            <a:r>
              <a:rPr sz="600" spc="6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example</a:t>
            </a:r>
            <a:r>
              <a:rPr sz="600" spc="65" dirty="0">
                <a:latin typeface="Arial"/>
                <a:cs typeface="Arial"/>
              </a:rPr>
              <a:t> </a:t>
            </a:r>
            <a:r>
              <a:rPr sz="600" spc="-25" dirty="0">
                <a:latin typeface="Arial"/>
                <a:cs typeface="Arial"/>
              </a:rPr>
              <a:t>by </a:t>
            </a:r>
            <a:r>
              <a:rPr sz="600" spc="-11" dirty="0">
                <a:latin typeface="Arial"/>
                <a:cs typeface="Arial"/>
              </a:rPr>
              <a:t>damage-</a:t>
            </a:r>
            <a:r>
              <a:rPr sz="600" dirty="0">
                <a:latin typeface="Arial"/>
                <a:cs typeface="Arial"/>
              </a:rPr>
              <a:t>proofing</a:t>
            </a:r>
            <a:r>
              <a:rPr sz="600" spc="6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infrastructure</a:t>
            </a:r>
            <a:r>
              <a:rPr sz="600" spc="7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before</a:t>
            </a:r>
            <a:r>
              <a:rPr sz="600" spc="7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</a:t>
            </a:r>
            <a:r>
              <a:rPr sz="600" spc="7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disaster</a:t>
            </a:r>
            <a:r>
              <a:rPr sz="600" spc="7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or</a:t>
            </a:r>
            <a:r>
              <a:rPr sz="600" spc="7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maintaining</a:t>
            </a:r>
            <a:r>
              <a:rPr sz="600" spc="75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crit- </a:t>
            </a:r>
            <a:r>
              <a:rPr sz="600" dirty="0">
                <a:latin typeface="Arial"/>
                <a:cs typeface="Arial"/>
              </a:rPr>
              <a:t>ical</a:t>
            </a:r>
            <a:r>
              <a:rPr sz="600" spc="11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services</a:t>
            </a:r>
            <a:r>
              <a:rPr sz="600" spc="131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afterward.</a:t>
            </a:r>
            <a:r>
              <a:rPr sz="600" spc="11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This</a:t>
            </a:r>
            <a:r>
              <a:rPr sz="600" spc="131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approach</a:t>
            </a:r>
            <a:r>
              <a:rPr sz="600" spc="12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represents</a:t>
            </a:r>
            <a:r>
              <a:rPr sz="600" spc="131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</a:t>
            </a:r>
            <a:r>
              <a:rPr sz="600" spc="131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significant</a:t>
            </a:r>
            <a:r>
              <a:rPr sz="600" spc="131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shift </a:t>
            </a:r>
            <a:r>
              <a:rPr sz="600" dirty="0">
                <a:latin typeface="Arial"/>
                <a:cs typeface="Arial"/>
              </a:rPr>
              <a:t>from</a:t>
            </a:r>
            <a:r>
              <a:rPr sz="600" spc="12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prior</a:t>
            </a:r>
            <a:r>
              <a:rPr sz="600" spc="131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development</a:t>
            </a:r>
            <a:r>
              <a:rPr sz="600" spc="131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trends,</a:t>
            </a:r>
            <a:r>
              <a:rPr sz="600" spc="13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which</a:t>
            </a:r>
            <a:r>
              <a:rPr sz="600" spc="131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concentrated</a:t>
            </a:r>
            <a:r>
              <a:rPr sz="600" spc="131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investments</a:t>
            </a:r>
            <a:r>
              <a:rPr sz="600" spc="135" dirty="0">
                <a:latin typeface="Arial"/>
                <a:cs typeface="Arial"/>
              </a:rPr>
              <a:t> </a:t>
            </a:r>
            <a:r>
              <a:rPr sz="600" spc="-25" dirty="0">
                <a:latin typeface="Arial"/>
                <a:cs typeface="Arial"/>
              </a:rPr>
              <a:t>on </a:t>
            </a:r>
            <a:r>
              <a:rPr sz="600" dirty="0">
                <a:latin typeface="Arial"/>
                <a:cs typeface="Arial"/>
              </a:rPr>
              <a:t>post-disaster</a:t>
            </a:r>
            <a:r>
              <a:rPr sz="600" spc="20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reconstruction</a:t>
            </a:r>
            <a:r>
              <a:rPr sz="600" spc="2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and</a:t>
            </a:r>
            <a:r>
              <a:rPr sz="600" spc="25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recovery.</a:t>
            </a:r>
            <a:endParaRPr sz="600" dirty="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455"/>
              </a:spcBef>
            </a:pPr>
            <a:r>
              <a:rPr sz="900" dirty="0">
                <a:solidFill>
                  <a:srgbClr val="626366"/>
                </a:solidFill>
                <a:latin typeface="Arial"/>
                <a:cs typeface="Arial"/>
              </a:rPr>
              <a:t>About</a:t>
            </a:r>
            <a:r>
              <a:rPr sz="900" spc="-15" dirty="0">
                <a:solidFill>
                  <a:srgbClr val="6263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26366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6263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26366"/>
                </a:solidFill>
                <a:latin typeface="Arial"/>
                <a:cs typeface="Arial"/>
              </a:rPr>
              <a:t>City</a:t>
            </a:r>
            <a:r>
              <a:rPr sz="900" spc="-15" dirty="0">
                <a:solidFill>
                  <a:srgbClr val="626366"/>
                </a:solidFill>
                <a:latin typeface="Arial"/>
                <a:cs typeface="Arial"/>
              </a:rPr>
              <a:t> </a:t>
            </a:r>
            <a:r>
              <a:rPr sz="900" spc="-11" dirty="0">
                <a:solidFill>
                  <a:srgbClr val="626366"/>
                </a:solidFill>
                <a:latin typeface="Arial"/>
                <a:cs typeface="Arial"/>
              </a:rPr>
              <a:t>Resilience Program</a:t>
            </a:r>
            <a:endParaRPr sz="9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15"/>
              </a:spcBef>
            </a:pPr>
            <a:r>
              <a:rPr sz="600" dirty="0">
                <a:latin typeface="Arial"/>
                <a:cs typeface="Arial"/>
              </a:rPr>
              <a:t>Established</a:t>
            </a:r>
            <a:r>
              <a:rPr sz="600" spc="71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in</a:t>
            </a:r>
            <a:r>
              <a:rPr sz="600" spc="7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June</a:t>
            </a:r>
            <a:r>
              <a:rPr sz="600" spc="7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2017</a:t>
            </a:r>
            <a:r>
              <a:rPr sz="600" spc="7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as</a:t>
            </a:r>
            <a:r>
              <a:rPr sz="600" spc="7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</a:t>
            </a:r>
            <a:r>
              <a:rPr sz="600" spc="7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multi-donor</a:t>
            </a:r>
            <a:r>
              <a:rPr sz="600" spc="7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initiative</a:t>
            </a:r>
            <a:r>
              <a:rPr sz="600" spc="7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and</a:t>
            </a:r>
            <a:r>
              <a:rPr sz="600" spc="75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partnership between</a:t>
            </a:r>
            <a:r>
              <a:rPr sz="600" spc="-4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the</a:t>
            </a:r>
            <a:r>
              <a:rPr sz="600" spc="-45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World</a:t>
            </a:r>
            <a:r>
              <a:rPr sz="600" spc="-4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Bank</a:t>
            </a:r>
            <a:r>
              <a:rPr sz="600" spc="-4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and</a:t>
            </a:r>
            <a:r>
              <a:rPr sz="600" spc="-4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the</a:t>
            </a:r>
            <a:r>
              <a:rPr sz="600" spc="-45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Global</a:t>
            </a:r>
            <a:r>
              <a:rPr sz="600" spc="-4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Facility</a:t>
            </a:r>
            <a:r>
              <a:rPr sz="600" spc="-4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for</a:t>
            </a:r>
            <a:r>
              <a:rPr sz="600" spc="-4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Disaster</a:t>
            </a:r>
            <a:r>
              <a:rPr sz="600" spc="-45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Reduction </a:t>
            </a:r>
            <a:r>
              <a:rPr sz="600" dirty="0">
                <a:latin typeface="Arial"/>
                <a:cs typeface="Arial"/>
              </a:rPr>
              <a:t>and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Recovery,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the City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Resilience Program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(CRP) empowers</a:t>
            </a:r>
            <a:r>
              <a:rPr sz="600" spc="-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cities </a:t>
            </a:r>
            <a:r>
              <a:rPr sz="600" spc="-25" dirty="0">
                <a:latin typeface="Arial"/>
                <a:cs typeface="Arial"/>
              </a:rPr>
              <a:t>to </a:t>
            </a:r>
            <a:r>
              <a:rPr sz="600" dirty="0">
                <a:latin typeface="Arial"/>
                <a:cs typeface="Arial"/>
              </a:rPr>
              <a:t>invest</a:t>
            </a:r>
            <a:r>
              <a:rPr sz="600" spc="6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in</a:t>
            </a:r>
            <a:r>
              <a:rPr sz="600" spc="6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climate</a:t>
            </a:r>
            <a:r>
              <a:rPr sz="600" spc="6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and</a:t>
            </a:r>
            <a:r>
              <a:rPr sz="600" spc="6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disaster</a:t>
            </a:r>
            <a:r>
              <a:rPr sz="600" spc="6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resilience.</a:t>
            </a:r>
            <a:r>
              <a:rPr sz="600" spc="5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The</a:t>
            </a:r>
            <a:r>
              <a:rPr sz="600" spc="6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CRP</a:t>
            </a:r>
            <a:r>
              <a:rPr sz="600" spc="51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has</a:t>
            </a:r>
            <a:r>
              <a:rPr sz="600" spc="6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assembled</a:t>
            </a:r>
            <a:r>
              <a:rPr sz="600" spc="71" dirty="0">
                <a:latin typeface="Arial"/>
                <a:cs typeface="Arial"/>
              </a:rPr>
              <a:t> </a:t>
            </a:r>
            <a:r>
              <a:rPr sz="600" spc="-51" dirty="0">
                <a:latin typeface="Arial"/>
                <a:cs typeface="Arial"/>
              </a:rPr>
              <a:t>a</a:t>
            </a:r>
            <a:r>
              <a:rPr sz="600" dirty="0">
                <a:latin typeface="Arial"/>
                <a:cs typeface="Arial"/>
              </a:rPr>
              <a:t> diverse</a:t>
            </a:r>
            <a:r>
              <a:rPr sz="600" spc="3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range</a:t>
            </a:r>
            <a:r>
              <a:rPr sz="600" spc="3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of</a:t>
            </a:r>
            <a:r>
              <a:rPr sz="600" spc="3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World</a:t>
            </a:r>
            <a:r>
              <a:rPr sz="600" spc="3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Bank</a:t>
            </a:r>
            <a:r>
              <a:rPr sz="600" spc="3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sectoral</a:t>
            </a:r>
            <a:r>
              <a:rPr sz="600" spc="3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expertise</a:t>
            </a:r>
            <a:r>
              <a:rPr sz="600" spc="3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as</a:t>
            </a:r>
            <a:r>
              <a:rPr sz="600" spc="4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</a:t>
            </a:r>
            <a:r>
              <a:rPr sz="600" spc="3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global</a:t>
            </a:r>
            <a:r>
              <a:rPr sz="600" spc="35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technical </a:t>
            </a:r>
            <a:r>
              <a:rPr sz="600" dirty="0">
                <a:latin typeface="Arial"/>
                <a:cs typeface="Arial"/>
              </a:rPr>
              <a:t>support</a:t>
            </a:r>
            <a:r>
              <a:rPr sz="600" spc="-4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system</a:t>
            </a:r>
            <a:r>
              <a:rPr sz="600" spc="-4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to</a:t>
            </a:r>
            <a:r>
              <a:rPr sz="600" spc="-4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assist</a:t>
            </a:r>
            <a:r>
              <a:rPr sz="600" spc="-3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cities</a:t>
            </a:r>
            <a:r>
              <a:rPr sz="600" spc="-4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in</a:t>
            </a:r>
            <a:r>
              <a:rPr sz="600" spc="-40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integrating</a:t>
            </a:r>
            <a:r>
              <a:rPr sz="600" spc="-35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climate</a:t>
            </a:r>
            <a:r>
              <a:rPr sz="600" spc="-40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change</a:t>
            </a:r>
            <a:r>
              <a:rPr sz="600" spc="-4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and</a:t>
            </a:r>
            <a:r>
              <a:rPr sz="600" spc="-35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disas- </a:t>
            </a:r>
            <a:r>
              <a:rPr sz="600" dirty="0">
                <a:latin typeface="Arial"/>
                <a:cs typeface="Arial"/>
              </a:rPr>
              <a:t>ter</a:t>
            </a:r>
            <a:r>
              <a:rPr sz="600" spc="-4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risk</a:t>
            </a:r>
            <a:r>
              <a:rPr sz="600" spc="-3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into</a:t>
            </a:r>
            <a:r>
              <a:rPr sz="600" spc="-3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their</a:t>
            </a:r>
            <a:r>
              <a:rPr sz="600" spc="-3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upstream</a:t>
            </a:r>
            <a:r>
              <a:rPr sz="600" spc="-3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capital</a:t>
            </a:r>
            <a:r>
              <a:rPr sz="600" spc="-3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investment</a:t>
            </a:r>
            <a:r>
              <a:rPr sz="600" spc="-3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planning</a:t>
            </a:r>
            <a:r>
              <a:rPr sz="600" spc="-3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and</a:t>
            </a:r>
            <a:r>
              <a:rPr sz="600" spc="-3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access</a:t>
            </a:r>
            <a:r>
              <a:rPr sz="600" spc="-35" dirty="0">
                <a:latin typeface="Arial"/>
                <a:cs typeface="Arial"/>
              </a:rPr>
              <a:t> </a:t>
            </a:r>
            <a:r>
              <a:rPr sz="600" spc="-25" dirty="0">
                <a:latin typeface="Arial"/>
                <a:cs typeface="Arial"/>
              </a:rPr>
              <a:t>the </a:t>
            </a:r>
            <a:r>
              <a:rPr sz="600" dirty="0">
                <a:latin typeface="Arial"/>
                <a:cs typeface="Arial"/>
              </a:rPr>
              <a:t>financing</a:t>
            </a:r>
            <a:r>
              <a:rPr sz="600" spc="12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needed</a:t>
            </a:r>
            <a:r>
              <a:rPr sz="600" spc="12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for</a:t>
            </a:r>
            <a:r>
              <a:rPr sz="600" spc="12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climate-smart</a:t>
            </a:r>
            <a:r>
              <a:rPr sz="600" spc="12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investments</a:t>
            </a:r>
            <a:r>
              <a:rPr sz="600" spc="12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to</a:t>
            </a:r>
            <a:r>
              <a:rPr sz="600" spc="12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succeed.</a:t>
            </a:r>
            <a:r>
              <a:rPr sz="600" spc="120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Rather </a:t>
            </a:r>
            <a:r>
              <a:rPr sz="600" dirty="0">
                <a:latin typeface="Arial"/>
                <a:cs typeface="Arial"/>
              </a:rPr>
              <a:t>than</a:t>
            </a:r>
            <a:r>
              <a:rPr sz="600" spc="-31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trade</a:t>
            </a:r>
            <a:r>
              <a:rPr sz="600" spc="-31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off</a:t>
            </a:r>
            <a:r>
              <a:rPr sz="600" spc="-31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between</a:t>
            </a:r>
            <a:r>
              <a:rPr sz="600" spc="-31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competing</a:t>
            </a:r>
            <a:r>
              <a:rPr sz="600" spc="-31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sectoral</a:t>
            </a:r>
            <a:r>
              <a:rPr sz="600" spc="-31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needs,</a:t>
            </a:r>
            <a:r>
              <a:rPr sz="600" spc="-31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the</a:t>
            </a:r>
            <a:r>
              <a:rPr sz="600" spc="-31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CRP</a:t>
            </a:r>
            <a:r>
              <a:rPr sz="600" spc="-51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helps</a:t>
            </a:r>
            <a:r>
              <a:rPr sz="600" spc="-25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cities </a:t>
            </a:r>
            <a:r>
              <a:rPr sz="600" dirty="0">
                <a:latin typeface="Arial"/>
                <a:cs typeface="Arial"/>
              </a:rPr>
              <a:t>tackle</a:t>
            </a:r>
            <a:r>
              <a:rPr sz="600" spc="71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their</a:t>
            </a:r>
            <a:r>
              <a:rPr sz="600" spc="7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most</a:t>
            </a:r>
            <a:r>
              <a:rPr sz="600" spc="7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pressing</a:t>
            </a:r>
            <a:r>
              <a:rPr sz="600" spc="71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challenges</a:t>
            </a:r>
            <a:r>
              <a:rPr sz="600" spc="7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through</a:t>
            </a:r>
            <a:r>
              <a:rPr sz="600" spc="7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integrated,</a:t>
            </a:r>
            <a:r>
              <a:rPr sz="600" spc="7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cross-</a:t>
            </a:r>
            <a:r>
              <a:rPr sz="600" spc="-20" dirty="0">
                <a:latin typeface="Arial"/>
                <a:cs typeface="Arial"/>
              </a:rPr>
              <a:t>sec- </a:t>
            </a:r>
            <a:r>
              <a:rPr sz="600" dirty="0">
                <a:latin typeface="Arial"/>
                <a:cs typeface="Arial"/>
              </a:rPr>
              <a:t>toral,</a:t>
            </a:r>
            <a:r>
              <a:rPr sz="600" spc="-25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spatially-based</a:t>
            </a:r>
            <a:r>
              <a:rPr sz="600" spc="-2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priorities</a:t>
            </a:r>
            <a:r>
              <a:rPr sz="600" spc="-20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that</a:t>
            </a:r>
            <a:r>
              <a:rPr sz="600" spc="-25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capture</a:t>
            </a:r>
            <a:r>
              <a:rPr sz="600" spc="-2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the</a:t>
            </a:r>
            <a:r>
              <a:rPr sz="600" spc="-20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interaction</a:t>
            </a:r>
            <a:r>
              <a:rPr sz="600" spc="-25" dirty="0">
                <a:latin typeface="Arial"/>
                <a:cs typeface="Arial"/>
              </a:rPr>
              <a:t> </a:t>
            </a:r>
            <a:r>
              <a:rPr sz="600" spc="-11" dirty="0">
                <a:latin typeface="Arial"/>
                <a:cs typeface="Arial"/>
              </a:rPr>
              <a:t>between</a:t>
            </a:r>
            <a:r>
              <a:rPr sz="600" spc="-20" dirty="0">
                <a:latin typeface="Arial"/>
                <a:cs typeface="Arial"/>
              </a:rPr>
              <a:t> </a:t>
            </a:r>
            <a:r>
              <a:rPr sz="600" spc="-25" dirty="0">
                <a:latin typeface="Arial"/>
                <a:cs typeface="Arial"/>
              </a:rPr>
              <a:t>the </a:t>
            </a:r>
            <a:r>
              <a:rPr sz="600" dirty="0">
                <a:latin typeface="Arial"/>
                <a:cs typeface="Arial"/>
              </a:rPr>
              <a:t>natural</a:t>
            </a:r>
            <a:r>
              <a:rPr sz="600" spc="-2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and</a:t>
            </a:r>
            <a:r>
              <a:rPr sz="600" spc="-15" dirty="0">
                <a:latin typeface="Arial"/>
                <a:cs typeface="Arial"/>
              </a:rPr>
              <a:t> </a:t>
            </a:r>
            <a:r>
              <a:rPr sz="600" dirty="0">
                <a:latin typeface="Arial"/>
                <a:cs typeface="Arial"/>
              </a:rPr>
              <a:t>built</a:t>
            </a:r>
            <a:r>
              <a:rPr sz="600" spc="-11" dirty="0">
                <a:latin typeface="Arial"/>
                <a:cs typeface="Arial"/>
              </a:rPr>
              <a:t> environments.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35C45504-743A-9D08-FB8B-C0906514D3CD}"/>
              </a:ext>
            </a:extLst>
          </p:cNvPr>
          <p:cNvSpPr txBox="1"/>
          <p:nvPr userDrawn="1"/>
        </p:nvSpPr>
        <p:spPr>
          <a:xfrm>
            <a:off x="588024" y="263294"/>
            <a:ext cx="199199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231F20"/>
                </a:solidFill>
                <a:latin typeface="Arial"/>
                <a:cs typeface="Arial"/>
              </a:rPr>
              <a:t>WHAT</a:t>
            </a:r>
            <a:r>
              <a:rPr sz="1400" spc="-4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sz="1400" spc="-9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400" spc="-9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1400" spc="-5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400" spc="-11" dirty="0">
                <a:solidFill>
                  <a:srgbClr val="231F20"/>
                </a:solidFill>
                <a:latin typeface="Arial"/>
                <a:cs typeface="Arial"/>
              </a:rPr>
              <a:t>SCAN?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B0AC31EA-9C85-93A5-D936-CE87AEBB1844}"/>
              </a:ext>
            </a:extLst>
          </p:cNvPr>
          <p:cNvSpPr txBox="1"/>
          <p:nvPr userDrawn="1"/>
        </p:nvSpPr>
        <p:spPr>
          <a:xfrm>
            <a:off x="3187082" y="286097"/>
            <a:ext cx="2950959" cy="44319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spc="-8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Scan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rapid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geospatial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assessment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rial"/>
                <a:cs typeface="Arial"/>
              </a:rPr>
              <a:t>the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critical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resilience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challenges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cities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face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using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best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publicly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available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global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datasets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open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source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tools.</a:t>
            </a:r>
            <a:r>
              <a:rPr sz="1000" spc="-3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output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package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maps,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data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visualizations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insights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integrate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features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rial"/>
                <a:cs typeface="Arial"/>
              </a:rPr>
              <a:t>of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both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built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natural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environments.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Over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rial"/>
                <a:cs typeface="Arial"/>
              </a:rPr>
              <a:t>110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Scans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have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been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developed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date.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1"/>
              </a:spcBef>
            </a:pPr>
            <a:r>
              <a:rPr sz="900" dirty="0">
                <a:solidFill>
                  <a:srgbClr val="626366"/>
                </a:solidFill>
                <a:latin typeface="Arial"/>
                <a:cs typeface="Arial"/>
              </a:rPr>
              <a:t>What</a:t>
            </a:r>
            <a:r>
              <a:rPr sz="900" spc="-25" dirty="0">
                <a:solidFill>
                  <a:srgbClr val="6263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26366"/>
                </a:solidFill>
                <a:latin typeface="Arial"/>
                <a:cs typeface="Arial"/>
              </a:rPr>
              <a:t>can</a:t>
            </a:r>
            <a:r>
              <a:rPr sz="900" spc="-20" dirty="0">
                <a:solidFill>
                  <a:srgbClr val="6263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26366"/>
                </a:solidFill>
                <a:latin typeface="Arial"/>
                <a:cs typeface="Arial"/>
              </a:rPr>
              <a:t>the</a:t>
            </a:r>
            <a:r>
              <a:rPr sz="900" spc="-20" dirty="0">
                <a:solidFill>
                  <a:srgbClr val="6263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26366"/>
                </a:solidFill>
                <a:latin typeface="Arial"/>
                <a:cs typeface="Arial"/>
              </a:rPr>
              <a:t>City</a:t>
            </a:r>
            <a:r>
              <a:rPr sz="900" spc="-20" dirty="0">
                <a:solidFill>
                  <a:srgbClr val="6263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26366"/>
                </a:solidFill>
                <a:latin typeface="Arial"/>
                <a:cs typeface="Arial"/>
              </a:rPr>
              <a:t>Scan</a:t>
            </a:r>
            <a:r>
              <a:rPr sz="900" spc="-20" dirty="0">
                <a:solidFill>
                  <a:srgbClr val="6263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26366"/>
                </a:solidFill>
                <a:latin typeface="Arial"/>
                <a:cs typeface="Arial"/>
              </a:rPr>
              <a:t>tell</a:t>
            </a:r>
            <a:r>
              <a:rPr sz="900" spc="-25" dirty="0">
                <a:solidFill>
                  <a:srgbClr val="626366"/>
                </a:solidFill>
                <a:latin typeface="Arial"/>
                <a:cs typeface="Arial"/>
              </a:rPr>
              <a:t> me?</a:t>
            </a:r>
            <a:endParaRPr sz="900" dirty="0">
              <a:latin typeface="Arial"/>
              <a:cs typeface="Arial"/>
            </a:endParaRPr>
          </a:p>
          <a:p>
            <a:pPr marL="12700" marR="222880">
              <a:lnSpc>
                <a:spcPct val="100000"/>
              </a:lnSpc>
              <a:spcBef>
                <a:spcPts val="320"/>
              </a:spcBef>
            </a:pP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This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Scan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intended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support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operational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teams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building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dialogue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around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city’s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 most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pressing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resilience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challenges.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It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designed</a:t>
            </a:r>
            <a:endParaRPr sz="1000" dirty="0">
              <a:latin typeface="Arial"/>
              <a:cs typeface="Arial"/>
            </a:endParaRPr>
          </a:p>
          <a:p>
            <a:pPr marL="12700" marR="107312">
              <a:lnSpc>
                <a:spcPct val="100000"/>
              </a:lnSpc>
            </a:pP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as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conversation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starter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rather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than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specific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decision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making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tool.</a:t>
            </a:r>
            <a:r>
              <a:rPr sz="10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Thinking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spatially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about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rial"/>
                <a:cs typeface="Arial"/>
              </a:rPr>
              <a:t>how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urbanization</a:t>
            </a:r>
            <a:r>
              <a:rPr sz="1000" spc="-3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affects</a:t>
            </a:r>
            <a:r>
              <a:rPr sz="10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000" spc="-3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resilience</a:t>
            </a:r>
            <a:r>
              <a:rPr sz="10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various</a:t>
            </a:r>
            <a:r>
              <a:rPr sz="1000" spc="-3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urban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forces,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networks,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people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helps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equip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officials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develop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risk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informed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investment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proposals,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identify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opportunities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and barriers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to 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unlocking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private</a:t>
            </a:r>
            <a:r>
              <a:rPr sz="10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capital,</a:t>
            </a:r>
            <a:r>
              <a:rPr sz="10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prioritize</a:t>
            </a:r>
            <a:r>
              <a:rPr sz="10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000" spc="-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coordinate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future investments.</a:t>
            </a: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1"/>
              </a:spcBef>
            </a:pPr>
            <a:r>
              <a:rPr sz="900" dirty="0">
                <a:solidFill>
                  <a:srgbClr val="626366"/>
                </a:solidFill>
                <a:latin typeface="Arial"/>
                <a:cs typeface="Arial"/>
              </a:rPr>
              <a:t>Guiding</a:t>
            </a:r>
            <a:r>
              <a:rPr sz="900" spc="-35" dirty="0">
                <a:solidFill>
                  <a:srgbClr val="6263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26366"/>
                </a:solidFill>
                <a:latin typeface="Arial"/>
                <a:cs typeface="Arial"/>
              </a:rPr>
              <a:t>questions</a:t>
            </a:r>
            <a:r>
              <a:rPr sz="900" spc="-35" dirty="0">
                <a:solidFill>
                  <a:srgbClr val="6263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26366"/>
                </a:solidFill>
                <a:latin typeface="Arial"/>
                <a:cs typeface="Arial"/>
              </a:rPr>
              <a:t>to</a:t>
            </a:r>
            <a:r>
              <a:rPr sz="900" spc="-35" dirty="0">
                <a:solidFill>
                  <a:srgbClr val="6263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26366"/>
                </a:solidFill>
                <a:latin typeface="Arial"/>
                <a:cs typeface="Arial"/>
              </a:rPr>
              <a:t>keep</a:t>
            </a:r>
            <a:r>
              <a:rPr sz="900" spc="-35" dirty="0">
                <a:solidFill>
                  <a:srgbClr val="62636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626366"/>
                </a:solidFill>
                <a:latin typeface="Arial"/>
                <a:cs typeface="Arial"/>
              </a:rPr>
              <a:t>in</a:t>
            </a:r>
            <a:r>
              <a:rPr sz="900" spc="-35" dirty="0">
                <a:solidFill>
                  <a:srgbClr val="626366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626366"/>
                </a:solidFill>
                <a:latin typeface="Arial"/>
                <a:cs typeface="Arial"/>
              </a:rPr>
              <a:t>mind</a:t>
            </a:r>
            <a:endParaRPr sz="900" dirty="0">
              <a:latin typeface="Arial"/>
              <a:cs typeface="Arial"/>
            </a:endParaRPr>
          </a:p>
          <a:p>
            <a:pPr marL="126997" marR="139062" indent="-114297">
              <a:lnSpc>
                <a:spcPct val="100000"/>
              </a:lnSpc>
              <a:spcBef>
                <a:spcPts val="320"/>
              </a:spcBef>
              <a:buChar char="•"/>
              <a:tabLst>
                <a:tab pos="126997" algn="l"/>
              </a:tabLst>
            </a:pP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How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might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investment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priorities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differ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different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parts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based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on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this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data?</a:t>
            </a:r>
            <a:endParaRPr sz="1000" dirty="0">
              <a:latin typeface="Arial"/>
              <a:cs typeface="Arial"/>
            </a:endParaRPr>
          </a:p>
          <a:p>
            <a:pPr marL="126997" indent="-114297">
              <a:lnSpc>
                <a:spcPct val="100000"/>
              </a:lnSpc>
              <a:spcBef>
                <a:spcPts val="300"/>
              </a:spcBef>
              <a:buChar char="•"/>
              <a:tabLst>
                <a:tab pos="126997" algn="l"/>
              </a:tabLst>
            </a:pP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What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spatial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relationships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are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surprising?</a:t>
            </a:r>
            <a:endParaRPr sz="1000" dirty="0">
              <a:latin typeface="Arial"/>
              <a:cs typeface="Arial"/>
            </a:endParaRPr>
          </a:p>
          <a:p>
            <a:pPr marL="126997" indent="-114297">
              <a:lnSpc>
                <a:spcPct val="100000"/>
              </a:lnSpc>
              <a:spcBef>
                <a:spcPts val="300"/>
              </a:spcBef>
              <a:buChar char="•"/>
              <a:tabLst>
                <a:tab pos="126997" algn="l"/>
              </a:tabLst>
            </a:pP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What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questions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does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this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spatial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pattern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spur?</a:t>
            </a:r>
            <a:endParaRPr sz="1000" dirty="0">
              <a:latin typeface="Arial"/>
              <a:cs typeface="Arial"/>
            </a:endParaRPr>
          </a:p>
          <a:p>
            <a:pPr marL="126997" marR="91438" indent="-114297">
              <a:lnSpc>
                <a:spcPct val="100000"/>
              </a:lnSpc>
              <a:spcBef>
                <a:spcPts val="300"/>
              </a:spcBef>
              <a:buChar char="•"/>
              <a:tabLst>
                <a:tab pos="126997" algn="l"/>
              </a:tabLst>
            </a:pP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Where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else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have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you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worked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that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reminiscent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these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findings?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What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might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be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applicable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231F20"/>
                </a:solidFill>
                <a:latin typeface="Arial"/>
                <a:cs typeface="Arial"/>
              </a:rPr>
              <a:t>from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there?</a:t>
            </a:r>
            <a:r>
              <a:rPr sz="1000" spc="-11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What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might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not</a:t>
            </a:r>
            <a:r>
              <a:rPr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231F20"/>
                </a:solidFill>
                <a:latin typeface="Arial"/>
                <a:cs typeface="Arial"/>
              </a:rPr>
              <a:t>be?</a:t>
            </a:r>
            <a:endParaRPr sz="1000" dirty="0">
              <a:latin typeface="Arial"/>
              <a:cs typeface="Arial"/>
            </a:endParaRPr>
          </a:p>
        </p:txBody>
      </p:sp>
      <p:pic>
        <p:nvPicPr>
          <p:cNvPr id="8" name="object 11">
            <a:extLst>
              <a:ext uri="{FF2B5EF4-FFF2-40B4-BE49-F238E27FC236}">
                <a16:creationId xmlns:a16="http://schemas.microsoft.com/office/drawing/2014/main" id="{AF5B9363-8F1B-EAAB-8A3F-5B444C4457C1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226157" y="263294"/>
            <a:ext cx="2284217" cy="1179400"/>
          </a:xfrm>
          <a:prstGeom prst="rect">
            <a:avLst/>
          </a:prstGeom>
        </p:spPr>
      </p:pic>
      <p:sp>
        <p:nvSpPr>
          <p:cNvPr id="9" name="object 12">
            <a:extLst>
              <a:ext uri="{FF2B5EF4-FFF2-40B4-BE49-F238E27FC236}">
                <a16:creationId xmlns:a16="http://schemas.microsoft.com/office/drawing/2014/main" id="{853D3209-87A6-3F18-13B1-B3324C860FCC}"/>
              </a:ext>
            </a:extLst>
          </p:cNvPr>
          <p:cNvSpPr txBox="1"/>
          <p:nvPr userDrawn="1"/>
        </p:nvSpPr>
        <p:spPr>
          <a:xfrm>
            <a:off x="6221464" y="1573284"/>
            <a:ext cx="230719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The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CRP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has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engaged</a:t>
            </a:r>
            <a:r>
              <a:rPr sz="700" spc="-11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over</a:t>
            </a:r>
            <a:r>
              <a:rPr sz="700" spc="-11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175</a:t>
            </a:r>
            <a:r>
              <a:rPr sz="700" spc="-11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cities</a:t>
            </a:r>
            <a:r>
              <a:rPr sz="700" spc="-11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spanning</a:t>
            </a:r>
            <a:r>
              <a:rPr sz="700" spc="-11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all</a:t>
            </a:r>
            <a:r>
              <a:rPr sz="700" spc="-11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World</a:t>
            </a:r>
            <a:r>
              <a:rPr sz="700" spc="-11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Bank</a:t>
            </a:r>
            <a:r>
              <a:rPr sz="700" spc="-11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regions,</a:t>
            </a:r>
            <a:r>
              <a:rPr sz="700" spc="-11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where</a:t>
            </a:r>
            <a:r>
              <a:rPr sz="700" spc="-11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it</a:t>
            </a:r>
            <a:r>
              <a:rPr sz="700" spc="-11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58595B"/>
                </a:solidFill>
                <a:latin typeface="Arial"/>
                <a:cs typeface="Arial"/>
              </a:rPr>
              <a:t>has</a:t>
            </a:r>
            <a:r>
              <a:rPr sz="700" spc="50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influenced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20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ongoing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and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future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projects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totaling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over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$2.2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billion</a:t>
            </a:r>
            <a:r>
              <a:rPr sz="700" spc="-15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in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World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58595B"/>
                </a:solidFill>
                <a:latin typeface="Arial"/>
                <a:cs typeface="Arial"/>
              </a:rPr>
              <a:t>Bank</a:t>
            </a:r>
            <a:r>
              <a:rPr sz="700" spc="-20" dirty="0">
                <a:solidFill>
                  <a:srgbClr val="58595B"/>
                </a:solidFill>
                <a:latin typeface="Arial"/>
                <a:cs typeface="Arial"/>
              </a:rPr>
              <a:t> </a:t>
            </a:r>
            <a:r>
              <a:rPr sz="700" spc="-11" dirty="0">
                <a:solidFill>
                  <a:srgbClr val="58595B"/>
                </a:solidFill>
                <a:latin typeface="Arial"/>
                <a:cs typeface="Arial"/>
              </a:rPr>
              <a:t>lending.</a:t>
            </a:r>
            <a:endParaRPr sz="700" dirty="0">
              <a:latin typeface="Arial"/>
              <a:cs typeface="Arial"/>
            </a:endParaRPr>
          </a:p>
        </p:txBody>
      </p:sp>
      <p:pic>
        <p:nvPicPr>
          <p:cNvPr id="10" name="object 13">
            <a:extLst>
              <a:ext uri="{FF2B5EF4-FFF2-40B4-BE49-F238E27FC236}">
                <a16:creationId xmlns:a16="http://schemas.microsoft.com/office/drawing/2014/main" id="{8D9BB8E1-A674-189A-D4ED-535B86A96869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88023" y="598210"/>
            <a:ext cx="2599059" cy="407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918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1792288" y="614775"/>
            <a:ext cx="5486400" cy="2904894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Body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>
            <a:normAutofit/>
          </a:bodyPr>
          <a:lstStyle>
            <a:lvl1pPr marL="0" indent="0">
              <a:buNone/>
              <a:defRPr sz="1000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1E082D6-B3C0-E2A4-B28E-E9C36325F9E7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1792288" y="3585567"/>
            <a:ext cx="5486400" cy="37403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">
            <a:extLst>
              <a:ext uri="{FF2B5EF4-FFF2-40B4-BE49-F238E27FC236}">
                <a16:creationId xmlns:a16="http://schemas.microsoft.com/office/drawing/2014/main" id="{F4C60D42-BD07-5BCE-C378-B627E447D3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8229600" cy="3428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334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2">
            <a:extLst>
              <a:ext uri="{FF2B5EF4-FFF2-40B4-BE49-F238E27FC236}">
                <a16:creationId xmlns:a16="http://schemas.microsoft.com/office/drawing/2014/main" id="{1DBBF9B9-8750-0A82-62CE-7E0004EB354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44000" cy="514362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03D4F1F-35D1-9083-9186-82B1B381216F}"/>
              </a:ext>
            </a:extLst>
          </p:cNvPr>
          <p:cNvSpPr/>
          <p:nvPr userDrawn="1"/>
        </p:nvSpPr>
        <p:spPr>
          <a:xfrm>
            <a:off x="2590801" y="1062132"/>
            <a:ext cx="3955551" cy="22089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715770" y="1365106"/>
            <a:ext cx="3712463" cy="604094"/>
          </a:xfrm>
        </p:spPr>
        <p:txBody>
          <a:bodyPr anchor="t">
            <a:noAutofit/>
          </a:bodyPr>
          <a:lstStyle>
            <a:lvl1pPr algn="l">
              <a:defRPr sz="1800" b="0" u="sng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2715770" y="1898602"/>
            <a:ext cx="3712463" cy="1171981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891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47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D8F514CA-C730-E710-41F4-B00F32D408DA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648201" y="3519960"/>
            <a:ext cx="4038600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2 Title">
            <a:extLst>
              <a:ext uri="{FF2B5EF4-FFF2-40B4-BE49-F238E27FC236}">
                <a16:creationId xmlns:a16="http://schemas.microsoft.com/office/drawing/2014/main" id="{B5937D14-36B3-A352-1723-0AB3E8ECB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6" y="609873"/>
            <a:ext cx="404177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2"/>
          <p:cNvSpPr>
            <a:spLocks noGrp="1"/>
          </p:cNvSpPr>
          <p:nvPr>
            <p:ph sz="half" idx="2"/>
          </p:nvPr>
        </p:nvSpPr>
        <p:spPr>
          <a:xfrm>
            <a:off x="4648200" y="978049"/>
            <a:ext cx="4038600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D97B124-23D4-630A-5FBA-24394DC34D5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7199" y="3519959"/>
            <a:ext cx="4038600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457200" y="978049"/>
            <a:ext cx="4038600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1 Title">
            <a:extLst>
              <a:ext uri="{FF2B5EF4-FFF2-40B4-BE49-F238E27FC236}">
                <a16:creationId xmlns:a16="http://schemas.microsoft.com/office/drawing/2014/main" id="{22670124-60C8-E086-C17B-D995C479A91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57199" y="609873"/>
            <a:ext cx="4040188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760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D97B124-23D4-630A-5FBA-24394DC34D5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7199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457200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1 Title">
            <a:extLst>
              <a:ext uri="{FF2B5EF4-FFF2-40B4-BE49-F238E27FC236}">
                <a16:creationId xmlns:a16="http://schemas.microsoft.com/office/drawing/2014/main" id="{22670124-60C8-E086-C17B-D995C479A91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57199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9CF71972-B6E9-744C-4C41-93C97DC7CACB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271836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2">
            <a:extLst>
              <a:ext uri="{FF2B5EF4-FFF2-40B4-BE49-F238E27FC236}">
                <a16:creationId xmlns:a16="http://schemas.microsoft.com/office/drawing/2014/main" id="{D24EBE81-716A-7174-2D76-F07B73BE5DFB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271838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2 Title">
            <a:extLst>
              <a:ext uri="{FF2B5EF4-FFF2-40B4-BE49-F238E27FC236}">
                <a16:creationId xmlns:a16="http://schemas.microsoft.com/office/drawing/2014/main" id="{741E48A4-BFCD-FECA-D84D-4052B8FC5B9B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271836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BAE59DCC-DE77-8D3E-B66B-A8B00CB940D2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086472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3">
            <a:extLst>
              <a:ext uri="{FF2B5EF4-FFF2-40B4-BE49-F238E27FC236}">
                <a16:creationId xmlns:a16="http://schemas.microsoft.com/office/drawing/2014/main" id="{E11A5E4E-2B36-B9AF-C948-91AD796E6B8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086474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Content 3 Title">
            <a:extLst>
              <a:ext uri="{FF2B5EF4-FFF2-40B4-BE49-F238E27FC236}">
                <a16:creationId xmlns:a16="http://schemas.microsoft.com/office/drawing/2014/main" id="{2DDFAC46-200A-2057-B4F0-C3BA2DB0173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086472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02384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2">
            <a:extLst>
              <a:ext uri="{FF2B5EF4-FFF2-40B4-BE49-F238E27FC236}">
                <a16:creationId xmlns:a16="http://schemas.microsoft.com/office/drawing/2014/main" id="{F27DCB30-87C0-94AC-66CE-4DA330A8B0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78488" y="650875"/>
            <a:ext cx="3008312" cy="1682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1"/>
          <p:cNvSpPr>
            <a:spLocks noGrp="1"/>
          </p:cNvSpPr>
          <p:nvPr>
            <p:ph idx="1"/>
          </p:nvPr>
        </p:nvSpPr>
        <p:spPr>
          <a:xfrm>
            <a:off x="457200" y="651274"/>
            <a:ext cx="5111751" cy="402967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51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5678489" y="2419945"/>
            <a:ext cx="3008313" cy="2260998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437DECAA-A6EE-FBC2-1AA2-4039B11F75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8229600" cy="3428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55619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0654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428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0E2D457D-B2B2-CB75-B698-E6347B599371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-25697"/>
            <a:ext cx="9235135" cy="519489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03D4F1F-35D1-9083-9186-82B1B381216F}"/>
              </a:ext>
            </a:extLst>
          </p:cNvPr>
          <p:cNvSpPr/>
          <p:nvPr userDrawn="1"/>
        </p:nvSpPr>
        <p:spPr>
          <a:xfrm>
            <a:off x="2590801" y="1062132"/>
            <a:ext cx="3955551" cy="22089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715770" y="1365106"/>
            <a:ext cx="3712463" cy="604094"/>
          </a:xfrm>
        </p:spPr>
        <p:txBody>
          <a:bodyPr anchor="t">
            <a:noAutofit/>
          </a:bodyPr>
          <a:lstStyle>
            <a:lvl1pPr algn="l">
              <a:defRPr sz="1800" b="0" u="sng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2715770" y="1898602"/>
            <a:ext cx="3712463" cy="1171981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891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035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D8F514CA-C730-E710-41F4-B00F32D408DA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648201" y="3519960"/>
            <a:ext cx="4038600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2 Title">
            <a:extLst>
              <a:ext uri="{FF2B5EF4-FFF2-40B4-BE49-F238E27FC236}">
                <a16:creationId xmlns:a16="http://schemas.microsoft.com/office/drawing/2014/main" id="{B5937D14-36B3-A352-1723-0AB3E8ECB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6" y="609873"/>
            <a:ext cx="404177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2"/>
          <p:cNvSpPr>
            <a:spLocks noGrp="1"/>
          </p:cNvSpPr>
          <p:nvPr>
            <p:ph sz="half" idx="2"/>
          </p:nvPr>
        </p:nvSpPr>
        <p:spPr>
          <a:xfrm>
            <a:off x="4648200" y="978049"/>
            <a:ext cx="4038600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D97B124-23D4-630A-5FBA-24394DC34D5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7199" y="3519959"/>
            <a:ext cx="4038600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457200" y="978049"/>
            <a:ext cx="4038600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1 Title">
            <a:extLst>
              <a:ext uri="{FF2B5EF4-FFF2-40B4-BE49-F238E27FC236}">
                <a16:creationId xmlns:a16="http://schemas.microsoft.com/office/drawing/2014/main" id="{22670124-60C8-E086-C17B-D995C479A91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57199" y="609873"/>
            <a:ext cx="4040188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898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D97B124-23D4-630A-5FBA-24394DC34D5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7199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457200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1 Title">
            <a:extLst>
              <a:ext uri="{FF2B5EF4-FFF2-40B4-BE49-F238E27FC236}">
                <a16:creationId xmlns:a16="http://schemas.microsoft.com/office/drawing/2014/main" id="{22670124-60C8-E086-C17B-D995C479A91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57199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9CF71972-B6E9-744C-4C41-93C97DC7CACB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271836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2">
            <a:extLst>
              <a:ext uri="{FF2B5EF4-FFF2-40B4-BE49-F238E27FC236}">
                <a16:creationId xmlns:a16="http://schemas.microsoft.com/office/drawing/2014/main" id="{D24EBE81-716A-7174-2D76-F07B73BE5DFB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271838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2 Title">
            <a:extLst>
              <a:ext uri="{FF2B5EF4-FFF2-40B4-BE49-F238E27FC236}">
                <a16:creationId xmlns:a16="http://schemas.microsoft.com/office/drawing/2014/main" id="{741E48A4-BFCD-FECA-D84D-4052B8FC5B9B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271836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BAE59DCC-DE77-8D3E-B66B-A8B00CB940D2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086472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3">
            <a:extLst>
              <a:ext uri="{FF2B5EF4-FFF2-40B4-BE49-F238E27FC236}">
                <a16:creationId xmlns:a16="http://schemas.microsoft.com/office/drawing/2014/main" id="{E11A5E4E-2B36-B9AF-C948-91AD796E6B8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086474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Content 3 Title">
            <a:extLst>
              <a:ext uri="{FF2B5EF4-FFF2-40B4-BE49-F238E27FC236}">
                <a16:creationId xmlns:a16="http://schemas.microsoft.com/office/drawing/2014/main" id="{2DDFAC46-200A-2057-B4F0-C3BA2DB0173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086472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9092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2">
            <a:extLst>
              <a:ext uri="{FF2B5EF4-FFF2-40B4-BE49-F238E27FC236}">
                <a16:creationId xmlns:a16="http://schemas.microsoft.com/office/drawing/2014/main" id="{F27DCB30-87C0-94AC-66CE-4DA330A8B0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78488" y="650875"/>
            <a:ext cx="3008312" cy="1682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1"/>
          <p:cNvSpPr>
            <a:spLocks noGrp="1"/>
          </p:cNvSpPr>
          <p:nvPr>
            <p:ph idx="1"/>
          </p:nvPr>
        </p:nvSpPr>
        <p:spPr>
          <a:xfrm>
            <a:off x="457200" y="651274"/>
            <a:ext cx="5111751" cy="402967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51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5678489" y="2419945"/>
            <a:ext cx="3008313" cy="2260998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437DECAA-A6EE-FBC2-1AA2-4039B11F75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8229600" cy="3428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08407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6346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1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2">
            <a:extLst>
              <a:ext uri="{FF2B5EF4-FFF2-40B4-BE49-F238E27FC236}">
                <a16:creationId xmlns:a16="http://schemas.microsoft.com/office/drawing/2014/main" id="{A3E7B30D-262D-A019-0F99-E001FF71EA3C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-33064"/>
            <a:ext cx="9144000" cy="51765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03D4F1F-35D1-9083-9186-82B1B381216F}"/>
              </a:ext>
            </a:extLst>
          </p:cNvPr>
          <p:cNvSpPr/>
          <p:nvPr userDrawn="1"/>
        </p:nvSpPr>
        <p:spPr>
          <a:xfrm>
            <a:off x="2590801" y="1062132"/>
            <a:ext cx="3955551" cy="22089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715770" y="1365106"/>
            <a:ext cx="3712463" cy="604094"/>
          </a:xfrm>
        </p:spPr>
        <p:txBody>
          <a:bodyPr anchor="t">
            <a:noAutofit/>
          </a:bodyPr>
          <a:lstStyle>
            <a:lvl1pPr algn="l">
              <a:defRPr sz="1800" b="0" u="sng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2715770" y="1898602"/>
            <a:ext cx="3712463" cy="1171981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891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5148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D8F514CA-C730-E710-41F4-B00F32D408DA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648201" y="3519960"/>
            <a:ext cx="4038600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2 Title">
            <a:extLst>
              <a:ext uri="{FF2B5EF4-FFF2-40B4-BE49-F238E27FC236}">
                <a16:creationId xmlns:a16="http://schemas.microsoft.com/office/drawing/2014/main" id="{B5937D14-36B3-A352-1723-0AB3E8ECB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6" y="609873"/>
            <a:ext cx="404177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2"/>
          <p:cNvSpPr>
            <a:spLocks noGrp="1"/>
          </p:cNvSpPr>
          <p:nvPr>
            <p:ph sz="half" idx="2"/>
          </p:nvPr>
        </p:nvSpPr>
        <p:spPr>
          <a:xfrm>
            <a:off x="4648200" y="978049"/>
            <a:ext cx="4038600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D97B124-23D4-630A-5FBA-24394DC34D5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7199" y="3519959"/>
            <a:ext cx="4038600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457200" y="978049"/>
            <a:ext cx="4038600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1 Title">
            <a:extLst>
              <a:ext uri="{FF2B5EF4-FFF2-40B4-BE49-F238E27FC236}">
                <a16:creationId xmlns:a16="http://schemas.microsoft.com/office/drawing/2014/main" id="{22670124-60C8-E086-C17B-D995C479A91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57199" y="609873"/>
            <a:ext cx="4040188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130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D97B124-23D4-630A-5FBA-24394DC34D5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7199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457200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1 Title">
            <a:extLst>
              <a:ext uri="{FF2B5EF4-FFF2-40B4-BE49-F238E27FC236}">
                <a16:creationId xmlns:a16="http://schemas.microsoft.com/office/drawing/2014/main" id="{22670124-60C8-E086-C17B-D995C479A91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57199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9CF71972-B6E9-744C-4C41-93C97DC7CACB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271836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2">
            <a:extLst>
              <a:ext uri="{FF2B5EF4-FFF2-40B4-BE49-F238E27FC236}">
                <a16:creationId xmlns:a16="http://schemas.microsoft.com/office/drawing/2014/main" id="{D24EBE81-716A-7174-2D76-F07B73BE5DFB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271838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2 Title">
            <a:extLst>
              <a:ext uri="{FF2B5EF4-FFF2-40B4-BE49-F238E27FC236}">
                <a16:creationId xmlns:a16="http://schemas.microsoft.com/office/drawing/2014/main" id="{741E48A4-BFCD-FECA-D84D-4052B8FC5B9B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271836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BAE59DCC-DE77-8D3E-B66B-A8B00CB940D2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086472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3">
            <a:extLst>
              <a:ext uri="{FF2B5EF4-FFF2-40B4-BE49-F238E27FC236}">
                <a16:creationId xmlns:a16="http://schemas.microsoft.com/office/drawing/2014/main" id="{E11A5E4E-2B36-B9AF-C948-91AD796E6B8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086474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Content 3 Title">
            <a:extLst>
              <a:ext uri="{FF2B5EF4-FFF2-40B4-BE49-F238E27FC236}">
                <a16:creationId xmlns:a16="http://schemas.microsoft.com/office/drawing/2014/main" id="{2DDFAC46-200A-2057-B4F0-C3BA2DB0173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086472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574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2">
            <a:extLst>
              <a:ext uri="{FF2B5EF4-FFF2-40B4-BE49-F238E27FC236}">
                <a16:creationId xmlns:a16="http://schemas.microsoft.com/office/drawing/2014/main" id="{F27DCB30-87C0-94AC-66CE-4DA330A8B0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78488" y="650875"/>
            <a:ext cx="3008312" cy="1682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1"/>
          <p:cNvSpPr>
            <a:spLocks noGrp="1"/>
          </p:cNvSpPr>
          <p:nvPr>
            <p:ph idx="1"/>
          </p:nvPr>
        </p:nvSpPr>
        <p:spPr>
          <a:xfrm>
            <a:off x="457200" y="651274"/>
            <a:ext cx="5111751" cy="402967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51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5678489" y="2419945"/>
            <a:ext cx="3008313" cy="2260998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437DECAA-A6EE-FBC2-1AA2-4039B11F75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8229600" cy="3428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660203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5529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143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C5431B1E-D8B4-58D4-8E0A-94AB174D0E2F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62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03D4F1F-35D1-9083-9186-82B1B381216F}"/>
              </a:ext>
            </a:extLst>
          </p:cNvPr>
          <p:cNvSpPr/>
          <p:nvPr userDrawn="1"/>
        </p:nvSpPr>
        <p:spPr>
          <a:xfrm>
            <a:off x="2590801" y="1062132"/>
            <a:ext cx="3955551" cy="22089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715770" y="1365106"/>
            <a:ext cx="3712463" cy="604094"/>
          </a:xfrm>
        </p:spPr>
        <p:txBody>
          <a:bodyPr anchor="t">
            <a:noAutofit/>
          </a:bodyPr>
          <a:lstStyle>
            <a:lvl1pPr algn="l">
              <a:defRPr sz="1800" b="0" u="sng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2715770" y="1898602"/>
            <a:ext cx="3712463" cy="1171981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891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588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D8F514CA-C730-E710-41F4-B00F32D408DA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648201" y="3519960"/>
            <a:ext cx="4038600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2 Title">
            <a:extLst>
              <a:ext uri="{FF2B5EF4-FFF2-40B4-BE49-F238E27FC236}">
                <a16:creationId xmlns:a16="http://schemas.microsoft.com/office/drawing/2014/main" id="{B5937D14-36B3-A352-1723-0AB3E8ECB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6" y="609873"/>
            <a:ext cx="404177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2"/>
          <p:cNvSpPr>
            <a:spLocks noGrp="1"/>
          </p:cNvSpPr>
          <p:nvPr>
            <p:ph sz="half" idx="2"/>
          </p:nvPr>
        </p:nvSpPr>
        <p:spPr>
          <a:xfrm>
            <a:off x="4648200" y="978049"/>
            <a:ext cx="4038600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D97B124-23D4-630A-5FBA-24394DC34D5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7199" y="3519959"/>
            <a:ext cx="4038600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457200" y="978049"/>
            <a:ext cx="4038600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1 Title">
            <a:extLst>
              <a:ext uri="{FF2B5EF4-FFF2-40B4-BE49-F238E27FC236}">
                <a16:creationId xmlns:a16="http://schemas.microsoft.com/office/drawing/2014/main" id="{22670124-60C8-E086-C17B-D995C479A91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57199" y="609873"/>
            <a:ext cx="4040188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272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D97B124-23D4-630A-5FBA-24394DC34D5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7199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457200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1 Title">
            <a:extLst>
              <a:ext uri="{FF2B5EF4-FFF2-40B4-BE49-F238E27FC236}">
                <a16:creationId xmlns:a16="http://schemas.microsoft.com/office/drawing/2014/main" id="{22670124-60C8-E086-C17B-D995C479A91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57199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9CF71972-B6E9-744C-4C41-93C97DC7CACB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271836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2">
            <a:extLst>
              <a:ext uri="{FF2B5EF4-FFF2-40B4-BE49-F238E27FC236}">
                <a16:creationId xmlns:a16="http://schemas.microsoft.com/office/drawing/2014/main" id="{D24EBE81-716A-7174-2D76-F07B73BE5DFB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271838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2 Title">
            <a:extLst>
              <a:ext uri="{FF2B5EF4-FFF2-40B4-BE49-F238E27FC236}">
                <a16:creationId xmlns:a16="http://schemas.microsoft.com/office/drawing/2014/main" id="{741E48A4-BFCD-FECA-D84D-4052B8FC5B9B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271836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BAE59DCC-DE77-8D3E-B66B-A8B00CB940D2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086472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3">
            <a:extLst>
              <a:ext uri="{FF2B5EF4-FFF2-40B4-BE49-F238E27FC236}">
                <a16:creationId xmlns:a16="http://schemas.microsoft.com/office/drawing/2014/main" id="{E11A5E4E-2B36-B9AF-C948-91AD796E6B8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086474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Content 3 Title">
            <a:extLst>
              <a:ext uri="{FF2B5EF4-FFF2-40B4-BE49-F238E27FC236}">
                <a16:creationId xmlns:a16="http://schemas.microsoft.com/office/drawing/2014/main" id="{2DDFAC46-200A-2057-B4F0-C3BA2DB0173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086472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53486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2">
            <a:extLst>
              <a:ext uri="{FF2B5EF4-FFF2-40B4-BE49-F238E27FC236}">
                <a16:creationId xmlns:a16="http://schemas.microsoft.com/office/drawing/2014/main" id="{F27DCB30-87C0-94AC-66CE-4DA330A8B0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78488" y="650875"/>
            <a:ext cx="3008312" cy="1682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1"/>
          <p:cNvSpPr>
            <a:spLocks noGrp="1"/>
          </p:cNvSpPr>
          <p:nvPr>
            <p:ph idx="1"/>
          </p:nvPr>
        </p:nvSpPr>
        <p:spPr>
          <a:xfrm>
            <a:off x="457200" y="651274"/>
            <a:ext cx="5111751" cy="402967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51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5678489" y="2419945"/>
            <a:ext cx="3008313" cy="2260998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437DECAA-A6EE-FBC2-1AA2-4039B11F75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8229600" cy="3428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021195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4255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779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D32ECEE4-DBBC-AE6E-14A8-DA0390F4158C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9556" y="0"/>
            <a:ext cx="9156264" cy="515052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03D4F1F-35D1-9083-9186-82B1B381216F}"/>
              </a:ext>
            </a:extLst>
          </p:cNvPr>
          <p:cNvSpPr/>
          <p:nvPr userDrawn="1"/>
        </p:nvSpPr>
        <p:spPr>
          <a:xfrm>
            <a:off x="2590801" y="1062132"/>
            <a:ext cx="3955551" cy="22089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715770" y="1365106"/>
            <a:ext cx="3712463" cy="604094"/>
          </a:xfrm>
        </p:spPr>
        <p:txBody>
          <a:bodyPr anchor="t">
            <a:noAutofit/>
          </a:bodyPr>
          <a:lstStyle>
            <a:lvl1pPr algn="l">
              <a:defRPr sz="1800" b="0" u="sng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2715770" y="1898602"/>
            <a:ext cx="3712463" cy="1171981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891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4718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D8F514CA-C730-E710-41F4-B00F32D408DA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648201" y="3519960"/>
            <a:ext cx="4038600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2 Title">
            <a:extLst>
              <a:ext uri="{FF2B5EF4-FFF2-40B4-BE49-F238E27FC236}">
                <a16:creationId xmlns:a16="http://schemas.microsoft.com/office/drawing/2014/main" id="{B5937D14-36B3-A352-1723-0AB3E8ECB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6" y="609873"/>
            <a:ext cx="404177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2"/>
          <p:cNvSpPr>
            <a:spLocks noGrp="1"/>
          </p:cNvSpPr>
          <p:nvPr>
            <p:ph sz="half" idx="2"/>
          </p:nvPr>
        </p:nvSpPr>
        <p:spPr>
          <a:xfrm>
            <a:off x="4648200" y="978049"/>
            <a:ext cx="4038600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D97B124-23D4-630A-5FBA-24394DC34D5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7199" y="3519959"/>
            <a:ext cx="4038600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457200" y="978049"/>
            <a:ext cx="4038600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1 Title">
            <a:extLst>
              <a:ext uri="{FF2B5EF4-FFF2-40B4-BE49-F238E27FC236}">
                <a16:creationId xmlns:a16="http://schemas.microsoft.com/office/drawing/2014/main" id="{22670124-60C8-E086-C17B-D995C479A91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57199" y="609873"/>
            <a:ext cx="4040188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2184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D97B124-23D4-630A-5FBA-24394DC34D5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7199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457200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1 Title">
            <a:extLst>
              <a:ext uri="{FF2B5EF4-FFF2-40B4-BE49-F238E27FC236}">
                <a16:creationId xmlns:a16="http://schemas.microsoft.com/office/drawing/2014/main" id="{22670124-60C8-E086-C17B-D995C479A91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57199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9CF71972-B6E9-744C-4C41-93C97DC7CACB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271836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2">
            <a:extLst>
              <a:ext uri="{FF2B5EF4-FFF2-40B4-BE49-F238E27FC236}">
                <a16:creationId xmlns:a16="http://schemas.microsoft.com/office/drawing/2014/main" id="{D24EBE81-716A-7174-2D76-F07B73BE5DFB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271838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2 Title">
            <a:extLst>
              <a:ext uri="{FF2B5EF4-FFF2-40B4-BE49-F238E27FC236}">
                <a16:creationId xmlns:a16="http://schemas.microsoft.com/office/drawing/2014/main" id="{741E48A4-BFCD-FECA-D84D-4052B8FC5B9B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271836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BAE59DCC-DE77-8D3E-B66B-A8B00CB940D2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086472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3">
            <a:extLst>
              <a:ext uri="{FF2B5EF4-FFF2-40B4-BE49-F238E27FC236}">
                <a16:creationId xmlns:a16="http://schemas.microsoft.com/office/drawing/2014/main" id="{E11A5E4E-2B36-B9AF-C948-91AD796E6B8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086474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Content 3 Title">
            <a:extLst>
              <a:ext uri="{FF2B5EF4-FFF2-40B4-BE49-F238E27FC236}">
                <a16:creationId xmlns:a16="http://schemas.microsoft.com/office/drawing/2014/main" id="{2DDFAC46-200A-2057-B4F0-C3BA2DB0173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086472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3846488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2">
            <a:extLst>
              <a:ext uri="{FF2B5EF4-FFF2-40B4-BE49-F238E27FC236}">
                <a16:creationId xmlns:a16="http://schemas.microsoft.com/office/drawing/2014/main" id="{F27DCB30-87C0-94AC-66CE-4DA330A8B0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78488" y="650875"/>
            <a:ext cx="3008312" cy="1682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1"/>
          <p:cNvSpPr>
            <a:spLocks noGrp="1"/>
          </p:cNvSpPr>
          <p:nvPr>
            <p:ph idx="1"/>
          </p:nvPr>
        </p:nvSpPr>
        <p:spPr>
          <a:xfrm>
            <a:off x="457200" y="651274"/>
            <a:ext cx="5111751" cy="402967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51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5678489" y="2419945"/>
            <a:ext cx="3008313" cy="2260998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437DECAA-A6EE-FBC2-1AA2-4039B11F75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8229600" cy="3428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10313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406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35559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2">
            <a:extLst>
              <a:ext uri="{FF2B5EF4-FFF2-40B4-BE49-F238E27FC236}">
                <a16:creationId xmlns:a16="http://schemas.microsoft.com/office/drawing/2014/main" id="{A454DC02-5A58-07BF-6E32-161E4E63B017}"/>
              </a:ext>
            </a:extLst>
          </p:cNvPr>
          <p:cNvPicPr/>
          <p:nvPr userDrawn="1"/>
        </p:nvPicPr>
        <p:blipFill>
          <a:blip r:embed="rId2" cstate="print">
            <a:alphaModFix/>
          </a:blip>
          <a:stretch>
            <a:fillRect/>
          </a:stretch>
        </p:blipFill>
        <p:spPr>
          <a:xfrm>
            <a:off x="0" y="0"/>
            <a:ext cx="9144000" cy="514362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03D4F1F-35D1-9083-9186-82B1B381216F}"/>
              </a:ext>
            </a:extLst>
          </p:cNvPr>
          <p:cNvSpPr/>
          <p:nvPr userDrawn="1"/>
        </p:nvSpPr>
        <p:spPr>
          <a:xfrm>
            <a:off x="2590801" y="1062132"/>
            <a:ext cx="3955551" cy="22089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715770" y="1365106"/>
            <a:ext cx="3712463" cy="604094"/>
          </a:xfrm>
        </p:spPr>
        <p:txBody>
          <a:bodyPr anchor="t">
            <a:noAutofit/>
          </a:bodyPr>
          <a:lstStyle>
            <a:lvl1pPr algn="l">
              <a:defRPr sz="1800" b="0" u="sng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2715770" y="1898602"/>
            <a:ext cx="3712463" cy="1171981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891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3168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D8F514CA-C730-E710-41F4-B00F32D408DA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648201" y="3519960"/>
            <a:ext cx="4038600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2 Title">
            <a:extLst>
              <a:ext uri="{FF2B5EF4-FFF2-40B4-BE49-F238E27FC236}">
                <a16:creationId xmlns:a16="http://schemas.microsoft.com/office/drawing/2014/main" id="{B5937D14-36B3-A352-1723-0AB3E8ECB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6" y="609873"/>
            <a:ext cx="404177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2"/>
          <p:cNvSpPr>
            <a:spLocks noGrp="1"/>
          </p:cNvSpPr>
          <p:nvPr>
            <p:ph sz="half" idx="2"/>
          </p:nvPr>
        </p:nvSpPr>
        <p:spPr>
          <a:xfrm>
            <a:off x="4648200" y="978049"/>
            <a:ext cx="4038600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D97B124-23D4-630A-5FBA-24394DC34D5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7199" y="3519959"/>
            <a:ext cx="4038600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457200" y="978049"/>
            <a:ext cx="4038600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1 Title">
            <a:extLst>
              <a:ext uri="{FF2B5EF4-FFF2-40B4-BE49-F238E27FC236}">
                <a16:creationId xmlns:a16="http://schemas.microsoft.com/office/drawing/2014/main" id="{22670124-60C8-E086-C17B-D995C479A91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57199" y="609873"/>
            <a:ext cx="4040188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675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D97B124-23D4-630A-5FBA-24394DC34D5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7199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457200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1 Title">
            <a:extLst>
              <a:ext uri="{FF2B5EF4-FFF2-40B4-BE49-F238E27FC236}">
                <a16:creationId xmlns:a16="http://schemas.microsoft.com/office/drawing/2014/main" id="{22670124-60C8-E086-C17B-D995C479A91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57199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9CF71972-B6E9-744C-4C41-93C97DC7CACB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271836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2">
            <a:extLst>
              <a:ext uri="{FF2B5EF4-FFF2-40B4-BE49-F238E27FC236}">
                <a16:creationId xmlns:a16="http://schemas.microsoft.com/office/drawing/2014/main" id="{D24EBE81-716A-7174-2D76-F07B73BE5DFB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271838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2 Title">
            <a:extLst>
              <a:ext uri="{FF2B5EF4-FFF2-40B4-BE49-F238E27FC236}">
                <a16:creationId xmlns:a16="http://schemas.microsoft.com/office/drawing/2014/main" id="{741E48A4-BFCD-FECA-D84D-4052B8FC5B9B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271836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BAE59DCC-DE77-8D3E-B66B-A8B00CB940D2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086472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3">
            <a:extLst>
              <a:ext uri="{FF2B5EF4-FFF2-40B4-BE49-F238E27FC236}">
                <a16:creationId xmlns:a16="http://schemas.microsoft.com/office/drawing/2014/main" id="{E11A5E4E-2B36-B9AF-C948-91AD796E6B8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086474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Content 3 Title">
            <a:extLst>
              <a:ext uri="{FF2B5EF4-FFF2-40B4-BE49-F238E27FC236}">
                <a16:creationId xmlns:a16="http://schemas.microsoft.com/office/drawing/2014/main" id="{2DDFAC46-200A-2057-B4F0-C3BA2DB0173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086472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372133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2">
            <a:extLst>
              <a:ext uri="{FF2B5EF4-FFF2-40B4-BE49-F238E27FC236}">
                <a16:creationId xmlns:a16="http://schemas.microsoft.com/office/drawing/2014/main" id="{F27DCB30-87C0-94AC-66CE-4DA330A8B0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78488" y="650875"/>
            <a:ext cx="3008312" cy="1682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1"/>
          <p:cNvSpPr>
            <a:spLocks noGrp="1"/>
          </p:cNvSpPr>
          <p:nvPr>
            <p:ph idx="1"/>
          </p:nvPr>
        </p:nvSpPr>
        <p:spPr>
          <a:xfrm>
            <a:off x="457200" y="651274"/>
            <a:ext cx="5111751" cy="402967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51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5678489" y="2419945"/>
            <a:ext cx="3008313" cy="2260998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437DECAA-A6EE-FBC2-1AA2-4039B11F75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8229600" cy="3428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92266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9853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554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5712BA60-8128-0D11-81BD-07A4F91B9199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771" cy="5143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03D4F1F-35D1-9083-9186-82B1B381216F}"/>
              </a:ext>
            </a:extLst>
          </p:cNvPr>
          <p:cNvSpPr/>
          <p:nvPr userDrawn="1"/>
        </p:nvSpPr>
        <p:spPr>
          <a:xfrm>
            <a:off x="2590801" y="1062132"/>
            <a:ext cx="3955551" cy="22089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715770" y="1365106"/>
            <a:ext cx="3712463" cy="604094"/>
          </a:xfrm>
        </p:spPr>
        <p:txBody>
          <a:bodyPr anchor="t">
            <a:noAutofit/>
          </a:bodyPr>
          <a:lstStyle>
            <a:lvl1pPr algn="l">
              <a:defRPr sz="1800" b="0" u="sng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2715770" y="1898602"/>
            <a:ext cx="3712463" cy="1171981"/>
          </a:xfrm>
        </p:spPr>
        <p:txBody>
          <a:bodyPr anchor="t">
            <a:normAutofit/>
          </a:bodyPr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891" indent="0">
              <a:buNone/>
              <a:defRPr sz="1351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0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31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D8F514CA-C730-E710-41F4-B00F32D408DA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648201" y="3519960"/>
            <a:ext cx="4038600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2 Title">
            <a:extLst>
              <a:ext uri="{FF2B5EF4-FFF2-40B4-BE49-F238E27FC236}">
                <a16:creationId xmlns:a16="http://schemas.microsoft.com/office/drawing/2014/main" id="{B5937D14-36B3-A352-1723-0AB3E8ECB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6" y="609873"/>
            <a:ext cx="404177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2"/>
          <p:cNvSpPr>
            <a:spLocks noGrp="1"/>
          </p:cNvSpPr>
          <p:nvPr>
            <p:ph sz="half" idx="2"/>
          </p:nvPr>
        </p:nvSpPr>
        <p:spPr>
          <a:xfrm>
            <a:off x="4648200" y="978049"/>
            <a:ext cx="4038600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D97B124-23D4-630A-5FBA-24394DC34D5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7199" y="3519959"/>
            <a:ext cx="4038600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457200" y="978049"/>
            <a:ext cx="4038600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1 Title">
            <a:extLst>
              <a:ext uri="{FF2B5EF4-FFF2-40B4-BE49-F238E27FC236}">
                <a16:creationId xmlns:a16="http://schemas.microsoft.com/office/drawing/2014/main" id="{22670124-60C8-E086-C17B-D995C479A91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57199" y="609873"/>
            <a:ext cx="4040188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8355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D97B124-23D4-630A-5FBA-24394DC34D57}"/>
              </a:ext>
            </a:extLst>
          </p:cNvPr>
          <p:cNvSpPr>
            <a:spLocks noGrp="1"/>
          </p:cNvSpPr>
          <p:nvPr>
            <p:ph type="body" sz="half" idx="14"/>
          </p:nvPr>
        </p:nvSpPr>
        <p:spPr>
          <a:xfrm>
            <a:off x="457199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1"/>
          <p:cNvSpPr>
            <a:spLocks noGrp="1"/>
          </p:cNvSpPr>
          <p:nvPr>
            <p:ph sz="half" idx="1"/>
          </p:nvPr>
        </p:nvSpPr>
        <p:spPr>
          <a:xfrm>
            <a:off x="457200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1 Title">
            <a:extLst>
              <a:ext uri="{FF2B5EF4-FFF2-40B4-BE49-F238E27FC236}">
                <a16:creationId xmlns:a16="http://schemas.microsoft.com/office/drawing/2014/main" id="{22670124-60C8-E086-C17B-D995C479A914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57199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9CF71972-B6E9-744C-4C41-93C97DC7CACB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3271836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Content 2">
            <a:extLst>
              <a:ext uri="{FF2B5EF4-FFF2-40B4-BE49-F238E27FC236}">
                <a16:creationId xmlns:a16="http://schemas.microsoft.com/office/drawing/2014/main" id="{D24EBE81-716A-7174-2D76-F07B73BE5DFB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3271838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2 Title">
            <a:extLst>
              <a:ext uri="{FF2B5EF4-FFF2-40B4-BE49-F238E27FC236}">
                <a16:creationId xmlns:a16="http://schemas.microsoft.com/office/drawing/2014/main" id="{741E48A4-BFCD-FECA-D84D-4052B8FC5B9B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271836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BAE59DCC-DE77-8D3E-B66B-A8B00CB940D2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086472" y="3519959"/>
            <a:ext cx="2600325" cy="1160985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3">
            <a:extLst>
              <a:ext uri="{FF2B5EF4-FFF2-40B4-BE49-F238E27FC236}">
                <a16:creationId xmlns:a16="http://schemas.microsoft.com/office/drawing/2014/main" id="{E11A5E4E-2B36-B9AF-C948-91AD796E6B8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086474" y="978049"/>
            <a:ext cx="2600325" cy="247000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8" name="Content 3 Title">
            <a:extLst>
              <a:ext uri="{FF2B5EF4-FFF2-40B4-BE49-F238E27FC236}">
                <a16:creationId xmlns:a16="http://schemas.microsoft.com/office/drawing/2014/main" id="{2DDFAC46-200A-2057-B4F0-C3BA2DB0173D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086472" y="609873"/>
            <a:ext cx="2600325" cy="307180"/>
          </a:xfrm>
        </p:spPr>
        <p:txBody>
          <a:bodyPr anchor="b">
            <a:normAutofit/>
          </a:bodyPr>
          <a:lstStyle>
            <a:lvl1pPr marL="0" indent="0">
              <a:buNone/>
              <a:defRPr sz="1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197100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2">
            <a:extLst>
              <a:ext uri="{FF2B5EF4-FFF2-40B4-BE49-F238E27FC236}">
                <a16:creationId xmlns:a16="http://schemas.microsoft.com/office/drawing/2014/main" id="{F27DCB30-87C0-94AC-66CE-4DA330A8B02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78488" y="650875"/>
            <a:ext cx="3008312" cy="1682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1"/>
          <p:cNvSpPr>
            <a:spLocks noGrp="1"/>
          </p:cNvSpPr>
          <p:nvPr>
            <p:ph idx="1"/>
          </p:nvPr>
        </p:nvSpPr>
        <p:spPr>
          <a:xfrm>
            <a:off x="457200" y="651274"/>
            <a:ext cx="5111751" cy="4029671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51"/>
            </a:lvl2pPr>
            <a:lvl3pPr>
              <a:defRPr sz="1000"/>
            </a:lvl3pPr>
            <a:lvl4pPr>
              <a:defRPr sz="800"/>
            </a:lvl4pPr>
            <a:lvl5pPr>
              <a:defRPr sz="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5678489" y="2419945"/>
            <a:ext cx="3008313" cy="2260998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437DECAA-A6EE-FBC2-1AA2-4039B11F75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05979"/>
            <a:ext cx="8229600" cy="3428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4269029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ag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67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4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6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2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D82D83A9-F6EF-8760-7444-B92DFE4DE717}"/>
              </a:ext>
            </a:extLst>
          </p:cNvPr>
          <p:cNvSpPr/>
          <p:nvPr userDrawn="1"/>
        </p:nvSpPr>
        <p:spPr>
          <a:xfrm>
            <a:off x="0" y="7552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E8E7E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DFB4D89B-64B3-F2B7-79CC-8FA03EB87D6B}"/>
              </a:ext>
            </a:extLst>
          </p:cNvPr>
          <p:cNvSpPr/>
          <p:nvPr userDrawn="1"/>
        </p:nvSpPr>
        <p:spPr>
          <a:xfrm>
            <a:off x="8763000" y="0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E8E7EB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342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626724"/>
            <a:ext cx="8229600" cy="3967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457200" y="4767263"/>
            <a:ext cx="8229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Page Number"/>
          <p:cNvSpPr>
            <a:spLocks noGrp="1"/>
          </p:cNvSpPr>
          <p:nvPr>
            <p:ph type="sldNum" sz="quarter" idx="4"/>
          </p:nvPr>
        </p:nvSpPr>
        <p:spPr>
          <a:xfrm>
            <a:off x="0" y="4767263"/>
            <a:ext cx="381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6C566509-76E9-CA2B-7ADC-0AC9BA0BA226}"/>
              </a:ext>
            </a:extLst>
          </p:cNvPr>
          <p:cNvSpPr txBox="1"/>
          <p:nvPr userDrawn="1"/>
        </p:nvSpPr>
        <p:spPr>
          <a:xfrm>
            <a:off x="8893775" y="3512468"/>
            <a:ext cx="138499" cy="1387475"/>
          </a:xfrm>
          <a:prstGeom prst="rect">
            <a:avLst/>
          </a:prstGeom>
        </p:spPr>
        <p:txBody>
          <a:bodyPr vert="vert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9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Resilience</a:t>
            </a:r>
            <a:r>
              <a:rPr sz="9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31F20"/>
                </a:solidFill>
                <a:latin typeface="Arial"/>
                <a:cs typeface="Arial"/>
              </a:rPr>
              <a:t>Program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EE55A31F-BEE4-B170-4061-FD1241AF914D}"/>
              </a:ext>
            </a:extLst>
          </p:cNvPr>
          <p:cNvSpPr txBox="1"/>
          <p:nvPr userDrawn="1"/>
        </p:nvSpPr>
        <p:spPr>
          <a:xfrm>
            <a:off x="8893775" y="2041713"/>
            <a:ext cx="138499" cy="568960"/>
          </a:xfrm>
          <a:prstGeom prst="rect">
            <a:avLst/>
          </a:prstGeom>
        </p:spPr>
        <p:txBody>
          <a:bodyPr vert="vert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900" spc="-20" dirty="0">
                <a:solidFill>
                  <a:srgbClr val="231F20"/>
                </a:solidFill>
                <a:latin typeface="Arial"/>
                <a:cs typeface="Arial"/>
              </a:rPr>
              <a:t> Scan</a:t>
            </a:r>
            <a:endParaRPr sz="9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8" r:id="rId5"/>
    <p:sldLayoutId id="2147483656" r:id="rId6"/>
    <p:sldLayoutId id="2147483654" r:id="rId7"/>
    <p:sldLayoutId id="2147483659" r:id="rId8"/>
    <p:sldLayoutId id="2147483660" r:id="rId9"/>
    <p:sldLayoutId id="2147483653" r:id="rId10"/>
    <p:sldLayoutId id="2147483661" r:id="rId11"/>
    <p:sldLayoutId id="2147483655" r:id="rId12"/>
    <p:sldLayoutId id="2147483657" r:id="rId13"/>
  </p:sldLayoutIdLst>
  <p:txStyles>
    <p:titleStyle>
      <a:lvl1pPr algn="l" defTabSz="342891" rtl="0" eaLnBrk="1" latinLnBrk="0" hangingPunct="1">
        <a:spcBef>
          <a:spcPct val="0"/>
        </a:spcBef>
        <a:buNone/>
        <a:defRPr sz="1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342891" rtl="0" eaLnBrk="1" latinLnBrk="0" hangingPunct="1">
        <a:spcBef>
          <a:spcPct val="20000"/>
        </a:spcBef>
        <a:buFont typeface="Arial"/>
        <a:buChar char="•"/>
        <a:defRPr sz="1051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342891" algn="l" defTabSz="342891" rtl="0" eaLnBrk="1" latinLnBrk="0" hangingPunct="1">
        <a:spcBef>
          <a:spcPct val="20000"/>
        </a:spcBef>
        <a:buFont typeface="Arial"/>
        <a:buChar char="–"/>
        <a:defRPr sz="1051" kern="1200">
          <a:solidFill>
            <a:schemeClr val="tx1"/>
          </a:solidFill>
          <a:latin typeface="+mn-lt"/>
          <a:ea typeface="+mn-ea"/>
          <a:cs typeface="+mn-cs"/>
        </a:defRPr>
      </a:lvl2pPr>
      <a:lvl3pPr marL="1028674" indent="-342891" algn="l" defTabSz="342891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-342891" algn="l" defTabSz="342891" rtl="0" eaLnBrk="1" latinLnBrk="0" hangingPunct="1">
        <a:spcBef>
          <a:spcPct val="20000"/>
        </a:spcBef>
        <a:buFont typeface="Arial"/>
        <a:buChar char="–"/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57" indent="-342891" algn="l" defTabSz="342891" rtl="0" eaLnBrk="1" latinLnBrk="0" hangingPunct="1">
        <a:spcBef>
          <a:spcPct val="2000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240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131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023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588759E-29C8-8CB6-93CF-F3D2B43DA777}"/>
              </a:ext>
            </a:extLst>
          </p:cNvPr>
          <p:cNvSpPr/>
          <p:nvPr userDrawn="1"/>
        </p:nvSpPr>
        <p:spPr>
          <a:xfrm>
            <a:off x="-9525" y="0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6DCF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342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626724"/>
            <a:ext cx="8229600" cy="3967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457200" y="4767263"/>
            <a:ext cx="8229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Page Number"/>
          <p:cNvSpPr>
            <a:spLocks noGrp="1"/>
          </p:cNvSpPr>
          <p:nvPr>
            <p:ph type="sldNum" sz="quarter" idx="4"/>
          </p:nvPr>
        </p:nvSpPr>
        <p:spPr>
          <a:xfrm>
            <a:off x="0" y="4767263"/>
            <a:ext cx="381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86F8849B-A2BE-0E46-6B7A-FBB5AB5181F7}"/>
              </a:ext>
            </a:extLst>
          </p:cNvPr>
          <p:cNvSpPr/>
          <p:nvPr userDrawn="1"/>
        </p:nvSpPr>
        <p:spPr>
          <a:xfrm>
            <a:off x="8772525" y="0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6DCF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87C89AA9-53AF-3F34-5D08-B7655D5EB3E2}"/>
              </a:ext>
            </a:extLst>
          </p:cNvPr>
          <p:cNvSpPr txBox="1"/>
          <p:nvPr userDrawn="1"/>
        </p:nvSpPr>
        <p:spPr>
          <a:xfrm>
            <a:off x="8893775" y="3512468"/>
            <a:ext cx="138499" cy="1387475"/>
          </a:xfrm>
          <a:prstGeom prst="rect">
            <a:avLst/>
          </a:prstGeom>
        </p:spPr>
        <p:txBody>
          <a:bodyPr vert="vert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9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Resilience</a:t>
            </a:r>
            <a:r>
              <a:rPr sz="9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31F20"/>
                </a:solidFill>
                <a:latin typeface="Arial"/>
                <a:cs typeface="Arial"/>
              </a:rPr>
              <a:t>Program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D482F48D-B995-EC9D-453E-3B7F2E7C90F4}"/>
              </a:ext>
            </a:extLst>
          </p:cNvPr>
          <p:cNvSpPr txBox="1"/>
          <p:nvPr userDrawn="1"/>
        </p:nvSpPr>
        <p:spPr>
          <a:xfrm>
            <a:off x="8893775" y="2041713"/>
            <a:ext cx="138499" cy="568960"/>
          </a:xfrm>
          <a:prstGeom prst="rect">
            <a:avLst/>
          </a:prstGeom>
        </p:spPr>
        <p:txBody>
          <a:bodyPr vert="vert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900" spc="-20" dirty="0">
                <a:solidFill>
                  <a:srgbClr val="231F20"/>
                </a:solidFill>
                <a:latin typeface="Arial"/>
                <a:cs typeface="Arial"/>
              </a:rPr>
              <a:t> Scan</a:t>
            </a:r>
            <a:endParaRPr sz="9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5576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</p:sldLayoutIdLst>
  <p:txStyles>
    <p:titleStyle>
      <a:lvl1pPr algn="l" defTabSz="342891" rtl="0" eaLnBrk="1" latinLnBrk="0" hangingPunct="1">
        <a:spcBef>
          <a:spcPct val="0"/>
        </a:spcBef>
        <a:buNone/>
        <a:defRPr sz="1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342891" rtl="0" eaLnBrk="1" latinLnBrk="0" hangingPunct="1">
        <a:spcBef>
          <a:spcPct val="20000"/>
        </a:spcBef>
        <a:buFont typeface="Arial"/>
        <a:buChar char="•"/>
        <a:defRPr sz="1051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342891" algn="l" defTabSz="342891" rtl="0" eaLnBrk="1" latinLnBrk="0" hangingPunct="1">
        <a:spcBef>
          <a:spcPct val="20000"/>
        </a:spcBef>
        <a:buFont typeface="Arial"/>
        <a:buChar char="–"/>
        <a:defRPr sz="1051" kern="1200">
          <a:solidFill>
            <a:schemeClr val="tx1"/>
          </a:solidFill>
          <a:latin typeface="+mn-lt"/>
          <a:ea typeface="+mn-ea"/>
          <a:cs typeface="+mn-cs"/>
        </a:defRPr>
      </a:lvl2pPr>
      <a:lvl3pPr marL="1028674" indent="-342891" algn="l" defTabSz="342891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-342891" algn="l" defTabSz="342891" rtl="0" eaLnBrk="1" latinLnBrk="0" hangingPunct="1">
        <a:spcBef>
          <a:spcPct val="20000"/>
        </a:spcBef>
        <a:buFont typeface="Arial"/>
        <a:buChar char="–"/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57" indent="-342891" algn="l" defTabSz="342891" rtl="0" eaLnBrk="1" latinLnBrk="0" hangingPunct="1">
        <a:spcBef>
          <a:spcPct val="2000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240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131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023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2D3DD74B-C703-4439-D546-5648B1364DD7}"/>
              </a:ext>
            </a:extLst>
          </p:cNvPr>
          <p:cNvSpPr/>
          <p:nvPr userDrawn="1"/>
        </p:nvSpPr>
        <p:spPr>
          <a:xfrm>
            <a:off x="-9525" y="0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649B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342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626724"/>
            <a:ext cx="8229600" cy="3967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457200" y="4767263"/>
            <a:ext cx="8229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Page Number"/>
          <p:cNvSpPr>
            <a:spLocks noGrp="1"/>
          </p:cNvSpPr>
          <p:nvPr>
            <p:ph type="sldNum" sz="quarter" idx="4"/>
          </p:nvPr>
        </p:nvSpPr>
        <p:spPr>
          <a:xfrm>
            <a:off x="0" y="4767263"/>
            <a:ext cx="381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C1F9987F-72F1-49EB-B724-3608AC4B542B}"/>
              </a:ext>
            </a:extLst>
          </p:cNvPr>
          <p:cNvSpPr/>
          <p:nvPr userDrawn="1"/>
        </p:nvSpPr>
        <p:spPr>
          <a:xfrm>
            <a:off x="8763000" y="0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649B7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E38EF2BF-22D3-885B-A689-89FD24A5860B}"/>
              </a:ext>
            </a:extLst>
          </p:cNvPr>
          <p:cNvSpPr txBox="1"/>
          <p:nvPr userDrawn="1"/>
        </p:nvSpPr>
        <p:spPr>
          <a:xfrm>
            <a:off x="104031" y="1567050"/>
            <a:ext cx="153888" cy="2087245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Population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sz="1000" spc="-1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231F20"/>
                </a:solidFill>
                <a:latin typeface="Arial"/>
                <a:cs typeface="Arial"/>
              </a:rPr>
              <a:t>Demographic</a:t>
            </a:r>
            <a:r>
              <a:rPr sz="10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Arial"/>
                <a:cs typeface="Arial"/>
              </a:rPr>
              <a:t>Trends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FAE75C57-D0B5-415B-203D-AD670E6E695B}"/>
              </a:ext>
            </a:extLst>
          </p:cNvPr>
          <p:cNvSpPr txBox="1"/>
          <p:nvPr userDrawn="1"/>
        </p:nvSpPr>
        <p:spPr>
          <a:xfrm>
            <a:off x="8893775" y="3512468"/>
            <a:ext cx="138499" cy="1387475"/>
          </a:xfrm>
          <a:prstGeom prst="rect">
            <a:avLst/>
          </a:prstGeom>
        </p:spPr>
        <p:txBody>
          <a:bodyPr vert="vert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9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Resilience</a:t>
            </a:r>
            <a:r>
              <a:rPr sz="9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31F20"/>
                </a:solidFill>
                <a:latin typeface="Arial"/>
                <a:cs typeface="Arial"/>
              </a:rPr>
              <a:t>Program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7030FAA2-B62D-472B-622D-68A4ECF0E369}"/>
              </a:ext>
            </a:extLst>
          </p:cNvPr>
          <p:cNvSpPr txBox="1"/>
          <p:nvPr userDrawn="1"/>
        </p:nvSpPr>
        <p:spPr>
          <a:xfrm>
            <a:off x="8893775" y="2041713"/>
            <a:ext cx="138499" cy="568960"/>
          </a:xfrm>
          <a:prstGeom prst="rect">
            <a:avLst/>
          </a:prstGeom>
        </p:spPr>
        <p:txBody>
          <a:bodyPr vert="vert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900" spc="-20" dirty="0">
                <a:solidFill>
                  <a:srgbClr val="231F20"/>
                </a:solidFill>
                <a:latin typeface="Arial"/>
                <a:cs typeface="Arial"/>
              </a:rPr>
              <a:t> Scan</a:t>
            </a:r>
            <a:endParaRPr sz="9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3318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</p:sldLayoutIdLst>
  <p:txStyles>
    <p:titleStyle>
      <a:lvl1pPr algn="l" defTabSz="342891" rtl="0" eaLnBrk="1" latinLnBrk="0" hangingPunct="1">
        <a:spcBef>
          <a:spcPct val="0"/>
        </a:spcBef>
        <a:buNone/>
        <a:defRPr sz="1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342891" rtl="0" eaLnBrk="1" latinLnBrk="0" hangingPunct="1">
        <a:spcBef>
          <a:spcPct val="20000"/>
        </a:spcBef>
        <a:buFont typeface="Arial"/>
        <a:buChar char="•"/>
        <a:defRPr sz="1051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342891" algn="l" defTabSz="342891" rtl="0" eaLnBrk="1" latinLnBrk="0" hangingPunct="1">
        <a:spcBef>
          <a:spcPct val="20000"/>
        </a:spcBef>
        <a:buFont typeface="Arial"/>
        <a:buChar char="–"/>
        <a:defRPr sz="1051" kern="1200">
          <a:solidFill>
            <a:schemeClr val="tx1"/>
          </a:solidFill>
          <a:latin typeface="+mn-lt"/>
          <a:ea typeface="+mn-ea"/>
          <a:cs typeface="+mn-cs"/>
        </a:defRPr>
      </a:lvl2pPr>
      <a:lvl3pPr marL="1028674" indent="-342891" algn="l" defTabSz="342891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-342891" algn="l" defTabSz="342891" rtl="0" eaLnBrk="1" latinLnBrk="0" hangingPunct="1">
        <a:spcBef>
          <a:spcPct val="20000"/>
        </a:spcBef>
        <a:buFont typeface="Arial"/>
        <a:buChar char="–"/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57" indent="-342891" algn="l" defTabSz="342891" rtl="0" eaLnBrk="1" latinLnBrk="0" hangingPunct="1">
        <a:spcBef>
          <a:spcPct val="2000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240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131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023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F7B956AB-1672-4B0E-6A21-142FC80865E6}"/>
              </a:ext>
            </a:extLst>
          </p:cNvPr>
          <p:cNvSpPr/>
          <p:nvPr userDrawn="1"/>
        </p:nvSpPr>
        <p:spPr>
          <a:xfrm>
            <a:off x="-9524" y="0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F49AC1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9397A37-A806-050E-B4F9-EAC7B32A5514}"/>
              </a:ext>
            </a:extLst>
          </p:cNvPr>
          <p:cNvSpPr/>
          <p:nvPr userDrawn="1"/>
        </p:nvSpPr>
        <p:spPr>
          <a:xfrm>
            <a:off x="8772524" y="0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F49AC1">
              <a:alpha val="8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342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626724"/>
            <a:ext cx="8229600" cy="3967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457200" y="4767263"/>
            <a:ext cx="8229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Page Number"/>
          <p:cNvSpPr>
            <a:spLocks noGrp="1"/>
          </p:cNvSpPr>
          <p:nvPr>
            <p:ph type="sldNum" sz="quarter" idx="4"/>
          </p:nvPr>
        </p:nvSpPr>
        <p:spPr>
          <a:xfrm>
            <a:off x="0" y="4767263"/>
            <a:ext cx="381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E38EF2BF-22D3-885B-A689-89FD24A5860B}"/>
              </a:ext>
            </a:extLst>
          </p:cNvPr>
          <p:cNvSpPr txBox="1"/>
          <p:nvPr userDrawn="1"/>
        </p:nvSpPr>
        <p:spPr>
          <a:xfrm>
            <a:off x="104031" y="1253765"/>
            <a:ext cx="153888" cy="2658359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"/>
                <a:cs typeface="Arial"/>
              </a:rPr>
              <a:t>City</a:t>
            </a:r>
            <a:r>
              <a:rPr kumimoji="0" lang="en-US" sz="1000" b="0" i="0" u="none" strike="noStrike" kern="0" cap="none" spc="-5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"/>
                <a:cs typeface="Arial"/>
              </a:rPr>
              <a:t>Competitiveness</a:t>
            </a:r>
            <a:r>
              <a:rPr kumimoji="0" lang="en-US" sz="1000" b="0" i="0" u="none" strike="noStrike" kern="0" cap="none" spc="-5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"/>
                <a:cs typeface="Arial"/>
              </a:rPr>
              <a:t>and Economic</a:t>
            </a:r>
            <a:r>
              <a:rPr kumimoji="0" lang="en-US" sz="1000" b="0" i="0" u="none" strike="noStrike" kern="0" cap="none" spc="-5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US" sz="1000" b="0" i="0" u="none" strike="noStrike" kern="0" cap="none" spc="-10" normalizeH="0" baseline="0" noProof="0" dirty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"/>
                <a:cs typeface="Arial"/>
              </a:rPr>
              <a:t>Growth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FAE75C57-D0B5-415B-203D-AD670E6E695B}"/>
              </a:ext>
            </a:extLst>
          </p:cNvPr>
          <p:cNvSpPr txBox="1"/>
          <p:nvPr userDrawn="1"/>
        </p:nvSpPr>
        <p:spPr>
          <a:xfrm>
            <a:off x="8893775" y="3512468"/>
            <a:ext cx="138499" cy="1387475"/>
          </a:xfrm>
          <a:prstGeom prst="rect">
            <a:avLst/>
          </a:prstGeom>
        </p:spPr>
        <p:txBody>
          <a:bodyPr vert="vert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9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Resilience</a:t>
            </a:r>
            <a:r>
              <a:rPr sz="9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31F20"/>
                </a:solidFill>
                <a:latin typeface="Arial"/>
                <a:cs typeface="Arial"/>
              </a:rPr>
              <a:t>Program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7030FAA2-B62D-472B-622D-68A4ECF0E369}"/>
              </a:ext>
            </a:extLst>
          </p:cNvPr>
          <p:cNvSpPr txBox="1"/>
          <p:nvPr userDrawn="1"/>
        </p:nvSpPr>
        <p:spPr>
          <a:xfrm>
            <a:off x="8893775" y="2041713"/>
            <a:ext cx="138499" cy="568960"/>
          </a:xfrm>
          <a:prstGeom prst="rect">
            <a:avLst/>
          </a:prstGeom>
        </p:spPr>
        <p:txBody>
          <a:bodyPr vert="vert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900" spc="-20" dirty="0">
                <a:solidFill>
                  <a:srgbClr val="231F20"/>
                </a:solidFill>
                <a:latin typeface="Arial"/>
                <a:cs typeface="Arial"/>
              </a:rPr>
              <a:t> Scan</a:t>
            </a:r>
            <a:endParaRPr sz="9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024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</p:sldLayoutIdLst>
  <p:txStyles>
    <p:titleStyle>
      <a:lvl1pPr algn="l" defTabSz="342891" rtl="0" eaLnBrk="1" latinLnBrk="0" hangingPunct="1">
        <a:spcBef>
          <a:spcPct val="0"/>
        </a:spcBef>
        <a:buNone/>
        <a:defRPr sz="1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342891" rtl="0" eaLnBrk="1" latinLnBrk="0" hangingPunct="1">
        <a:spcBef>
          <a:spcPct val="20000"/>
        </a:spcBef>
        <a:buFont typeface="Arial"/>
        <a:buChar char="•"/>
        <a:defRPr sz="1051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342891" algn="l" defTabSz="342891" rtl="0" eaLnBrk="1" latinLnBrk="0" hangingPunct="1">
        <a:spcBef>
          <a:spcPct val="20000"/>
        </a:spcBef>
        <a:buFont typeface="Arial"/>
        <a:buChar char="–"/>
        <a:defRPr sz="1051" kern="1200">
          <a:solidFill>
            <a:schemeClr val="tx1"/>
          </a:solidFill>
          <a:latin typeface="+mn-lt"/>
          <a:ea typeface="+mn-ea"/>
          <a:cs typeface="+mn-cs"/>
        </a:defRPr>
      </a:lvl2pPr>
      <a:lvl3pPr marL="1028674" indent="-342891" algn="l" defTabSz="342891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-342891" algn="l" defTabSz="342891" rtl="0" eaLnBrk="1" latinLnBrk="0" hangingPunct="1">
        <a:spcBef>
          <a:spcPct val="20000"/>
        </a:spcBef>
        <a:buFont typeface="Arial"/>
        <a:buChar char="–"/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57" indent="-342891" algn="l" defTabSz="342891" rtl="0" eaLnBrk="1" latinLnBrk="0" hangingPunct="1">
        <a:spcBef>
          <a:spcPct val="2000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240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131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023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A9089174-1ABE-2AE7-928F-64C0C1955D8C}"/>
              </a:ext>
            </a:extLst>
          </p:cNvPr>
          <p:cNvSpPr/>
          <p:nvPr userDrawn="1"/>
        </p:nvSpPr>
        <p:spPr>
          <a:xfrm>
            <a:off x="8772524" y="0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FBF8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3377E8A5-F484-1266-0C34-BB9D5A73B0EF}"/>
              </a:ext>
            </a:extLst>
          </p:cNvPr>
          <p:cNvSpPr/>
          <p:nvPr userDrawn="1"/>
        </p:nvSpPr>
        <p:spPr>
          <a:xfrm>
            <a:off x="0" y="0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FBF8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342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626724"/>
            <a:ext cx="8229600" cy="3967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457200" y="4767263"/>
            <a:ext cx="8229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Page Number"/>
          <p:cNvSpPr>
            <a:spLocks noGrp="1"/>
          </p:cNvSpPr>
          <p:nvPr>
            <p:ph type="sldNum" sz="quarter" idx="4"/>
          </p:nvPr>
        </p:nvSpPr>
        <p:spPr>
          <a:xfrm>
            <a:off x="0" y="4767263"/>
            <a:ext cx="381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E38EF2BF-22D3-885B-A689-89FD24A5860B}"/>
              </a:ext>
            </a:extLst>
          </p:cNvPr>
          <p:cNvSpPr txBox="1"/>
          <p:nvPr userDrawn="1"/>
        </p:nvSpPr>
        <p:spPr>
          <a:xfrm>
            <a:off x="104031" y="1253765"/>
            <a:ext cx="153888" cy="2658359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en-US" sz="1000" dirty="0">
                <a:solidFill>
                  <a:srgbClr val="231F20"/>
                </a:solidFill>
                <a:latin typeface="Arial"/>
                <a:cs typeface="Arial"/>
              </a:rPr>
              <a:t>Built </a:t>
            </a:r>
            <a:r>
              <a:rPr lang="en-US" sz="1000" spc="-20" dirty="0">
                <a:solidFill>
                  <a:srgbClr val="231F20"/>
                </a:solidFill>
                <a:latin typeface="Arial"/>
                <a:cs typeface="Arial"/>
              </a:rPr>
              <a:t>Form</a:t>
            </a:r>
            <a:endParaRPr lang="en-US" sz="1000" dirty="0">
              <a:latin typeface="Arial"/>
              <a:cs typeface="Arial"/>
            </a:endParaRP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FAE75C57-D0B5-415B-203D-AD670E6E695B}"/>
              </a:ext>
            </a:extLst>
          </p:cNvPr>
          <p:cNvSpPr txBox="1"/>
          <p:nvPr userDrawn="1"/>
        </p:nvSpPr>
        <p:spPr>
          <a:xfrm>
            <a:off x="8893775" y="3512468"/>
            <a:ext cx="138499" cy="1387475"/>
          </a:xfrm>
          <a:prstGeom prst="rect">
            <a:avLst/>
          </a:prstGeom>
        </p:spPr>
        <p:txBody>
          <a:bodyPr vert="vert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9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Resilience</a:t>
            </a:r>
            <a:r>
              <a:rPr sz="9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31F20"/>
                </a:solidFill>
                <a:latin typeface="Arial"/>
                <a:cs typeface="Arial"/>
              </a:rPr>
              <a:t>Program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7030FAA2-B62D-472B-622D-68A4ECF0E369}"/>
              </a:ext>
            </a:extLst>
          </p:cNvPr>
          <p:cNvSpPr txBox="1"/>
          <p:nvPr userDrawn="1"/>
        </p:nvSpPr>
        <p:spPr>
          <a:xfrm>
            <a:off x="8893775" y="2041713"/>
            <a:ext cx="138499" cy="568960"/>
          </a:xfrm>
          <a:prstGeom prst="rect">
            <a:avLst/>
          </a:prstGeom>
        </p:spPr>
        <p:txBody>
          <a:bodyPr vert="vert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900" spc="-20" dirty="0">
                <a:solidFill>
                  <a:srgbClr val="231F20"/>
                </a:solidFill>
                <a:latin typeface="Arial"/>
                <a:cs typeface="Arial"/>
              </a:rPr>
              <a:t> Scan</a:t>
            </a:r>
            <a:endParaRPr sz="9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4290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</p:sldLayoutIdLst>
  <p:txStyles>
    <p:titleStyle>
      <a:lvl1pPr algn="l" defTabSz="342891" rtl="0" eaLnBrk="1" latinLnBrk="0" hangingPunct="1">
        <a:spcBef>
          <a:spcPct val="0"/>
        </a:spcBef>
        <a:buNone/>
        <a:defRPr sz="1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342891" rtl="0" eaLnBrk="1" latinLnBrk="0" hangingPunct="1">
        <a:spcBef>
          <a:spcPct val="20000"/>
        </a:spcBef>
        <a:buFont typeface="Arial"/>
        <a:buChar char="•"/>
        <a:defRPr sz="1051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342891" algn="l" defTabSz="342891" rtl="0" eaLnBrk="1" latinLnBrk="0" hangingPunct="1">
        <a:spcBef>
          <a:spcPct val="20000"/>
        </a:spcBef>
        <a:buFont typeface="Arial"/>
        <a:buChar char="–"/>
        <a:defRPr sz="1051" kern="1200">
          <a:solidFill>
            <a:schemeClr val="tx1"/>
          </a:solidFill>
          <a:latin typeface="+mn-lt"/>
          <a:ea typeface="+mn-ea"/>
          <a:cs typeface="+mn-cs"/>
        </a:defRPr>
      </a:lvl2pPr>
      <a:lvl3pPr marL="1028674" indent="-342891" algn="l" defTabSz="342891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-342891" algn="l" defTabSz="342891" rtl="0" eaLnBrk="1" latinLnBrk="0" hangingPunct="1">
        <a:spcBef>
          <a:spcPct val="20000"/>
        </a:spcBef>
        <a:buFont typeface="Arial"/>
        <a:buChar char="–"/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57" indent="-342891" algn="l" defTabSz="342891" rtl="0" eaLnBrk="1" latinLnBrk="0" hangingPunct="1">
        <a:spcBef>
          <a:spcPct val="2000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240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131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023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0EE400E9-6902-17E0-1662-577AD287714A}"/>
              </a:ext>
            </a:extLst>
          </p:cNvPr>
          <p:cNvSpPr/>
          <p:nvPr userDrawn="1"/>
        </p:nvSpPr>
        <p:spPr>
          <a:xfrm>
            <a:off x="8772524" y="0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D4F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AA01F112-DDEB-76D8-E3CA-CC8AAA977FD8}"/>
              </a:ext>
            </a:extLst>
          </p:cNvPr>
          <p:cNvSpPr/>
          <p:nvPr userDrawn="1"/>
        </p:nvSpPr>
        <p:spPr>
          <a:xfrm>
            <a:off x="0" y="0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D4F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342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626724"/>
            <a:ext cx="8229600" cy="3967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457200" y="4767263"/>
            <a:ext cx="8229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Page Number"/>
          <p:cNvSpPr>
            <a:spLocks noGrp="1"/>
          </p:cNvSpPr>
          <p:nvPr>
            <p:ph type="sldNum" sz="quarter" idx="4"/>
          </p:nvPr>
        </p:nvSpPr>
        <p:spPr>
          <a:xfrm>
            <a:off x="0" y="4767263"/>
            <a:ext cx="381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E38EF2BF-22D3-885B-A689-89FD24A5860B}"/>
              </a:ext>
            </a:extLst>
          </p:cNvPr>
          <p:cNvSpPr txBox="1"/>
          <p:nvPr userDrawn="1"/>
        </p:nvSpPr>
        <p:spPr>
          <a:xfrm>
            <a:off x="104031" y="1253765"/>
            <a:ext cx="153888" cy="2658359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en-US" sz="1000" dirty="0">
                <a:solidFill>
                  <a:srgbClr val="231F20"/>
                </a:solidFill>
                <a:latin typeface="Arial"/>
                <a:cs typeface="Arial"/>
              </a:rPr>
              <a:t>Climate</a:t>
            </a:r>
            <a:r>
              <a:rPr lang="en-US" sz="10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000" spc="-10" dirty="0">
                <a:solidFill>
                  <a:srgbClr val="231F20"/>
                </a:solidFill>
                <a:latin typeface="Arial"/>
                <a:cs typeface="Arial"/>
              </a:rPr>
              <a:t>Conditions</a:t>
            </a:r>
            <a:endParaRPr lang="en-US" sz="1000" dirty="0">
              <a:latin typeface="Arial"/>
              <a:cs typeface="Arial"/>
            </a:endParaRP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FAE75C57-D0B5-415B-203D-AD670E6E695B}"/>
              </a:ext>
            </a:extLst>
          </p:cNvPr>
          <p:cNvSpPr txBox="1"/>
          <p:nvPr userDrawn="1"/>
        </p:nvSpPr>
        <p:spPr>
          <a:xfrm>
            <a:off x="8893775" y="3512468"/>
            <a:ext cx="138499" cy="1387475"/>
          </a:xfrm>
          <a:prstGeom prst="rect">
            <a:avLst/>
          </a:prstGeom>
        </p:spPr>
        <p:txBody>
          <a:bodyPr vert="vert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9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Resilience</a:t>
            </a:r>
            <a:r>
              <a:rPr sz="9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31F20"/>
                </a:solidFill>
                <a:latin typeface="Arial"/>
                <a:cs typeface="Arial"/>
              </a:rPr>
              <a:t>Program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7030FAA2-B62D-472B-622D-68A4ECF0E369}"/>
              </a:ext>
            </a:extLst>
          </p:cNvPr>
          <p:cNvSpPr txBox="1"/>
          <p:nvPr userDrawn="1"/>
        </p:nvSpPr>
        <p:spPr>
          <a:xfrm>
            <a:off x="8893775" y="2041713"/>
            <a:ext cx="138499" cy="568960"/>
          </a:xfrm>
          <a:prstGeom prst="rect">
            <a:avLst/>
          </a:prstGeom>
        </p:spPr>
        <p:txBody>
          <a:bodyPr vert="vert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900" spc="-20" dirty="0">
                <a:solidFill>
                  <a:srgbClr val="231F20"/>
                </a:solidFill>
                <a:latin typeface="Arial"/>
                <a:cs typeface="Arial"/>
              </a:rPr>
              <a:t> Scan</a:t>
            </a:r>
            <a:endParaRPr sz="9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1075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</p:sldLayoutIdLst>
  <p:txStyles>
    <p:titleStyle>
      <a:lvl1pPr algn="l" defTabSz="342891" rtl="0" eaLnBrk="1" latinLnBrk="0" hangingPunct="1">
        <a:spcBef>
          <a:spcPct val="0"/>
        </a:spcBef>
        <a:buNone/>
        <a:defRPr sz="1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342891" rtl="0" eaLnBrk="1" latinLnBrk="0" hangingPunct="1">
        <a:spcBef>
          <a:spcPct val="20000"/>
        </a:spcBef>
        <a:buFont typeface="Arial"/>
        <a:buChar char="•"/>
        <a:defRPr sz="1051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342891" algn="l" defTabSz="342891" rtl="0" eaLnBrk="1" latinLnBrk="0" hangingPunct="1">
        <a:spcBef>
          <a:spcPct val="20000"/>
        </a:spcBef>
        <a:buFont typeface="Arial"/>
        <a:buChar char="–"/>
        <a:defRPr sz="1051" kern="1200">
          <a:solidFill>
            <a:schemeClr val="tx1"/>
          </a:solidFill>
          <a:latin typeface="+mn-lt"/>
          <a:ea typeface="+mn-ea"/>
          <a:cs typeface="+mn-cs"/>
        </a:defRPr>
      </a:lvl2pPr>
      <a:lvl3pPr marL="1028674" indent="-342891" algn="l" defTabSz="342891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-342891" algn="l" defTabSz="342891" rtl="0" eaLnBrk="1" latinLnBrk="0" hangingPunct="1">
        <a:spcBef>
          <a:spcPct val="20000"/>
        </a:spcBef>
        <a:buFont typeface="Arial"/>
        <a:buChar char="–"/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57" indent="-342891" algn="l" defTabSz="342891" rtl="0" eaLnBrk="1" latinLnBrk="0" hangingPunct="1">
        <a:spcBef>
          <a:spcPct val="2000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240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131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023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:a16="http://schemas.microsoft.com/office/drawing/2014/main" id="{89C0A562-2EDF-7AAE-6164-76E6E49BCC58}"/>
              </a:ext>
            </a:extLst>
          </p:cNvPr>
          <p:cNvSpPr/>
          <p:nvPr userDrawn="1"/>
        </p:nvSpPr>
        <p:spPr>
          <a:xfrm>
            <a:off x="8772524" y="0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EB8A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9A5556D4-DCE8-CAD0-F4B4-880CAED5C270}"/>
              </a:ext>
            </a:extLst>
          </p:cNvPr>
          <p:cNvSpPr/>
          <p:nvPr userDrawn="1"/>
        </p:nvSpPr>
        <p:spPr>
          <a:xfrm>
            <a:off x="0" y="0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EB8A2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342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626724"/>
            <a:ext cx="8229600" cy="3967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457200" y="4767263"/>
            <a:ext cx="8229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Page Number"/>
          <p:cNvSpPr>
            <a:spLocks noGrp="1"/>
          </p:cNvSpPr>
          <p:nvPr>
            <p:ph type="sldNum" sz="quarter" idx="4"/>
          </p:nvPr>
        </p:nvSpPr>
        <p:spPr>
          <a:xfrm>
            <a:off x="0" y="4767263"/>
            <a:ext cx="381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E38EF2BF-22D3-885B-A689-89FD24A5860B}"/>
              </a:ext>
            </a:extLst>
          </p:cNvPr>
          <p:cNvSpPr txBox="1"/>
          <p:nvPr userDrawn="1"/>
        </p:nvSpPr>
        <p:spPr>
          <a:xfrm>
            <a:off x="104031" y="1253765"/>
            <a:ext cx="153888" cy="2658359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en-US" sz="1000" dirty="0">
                <a:solidFill>
                  <a:srgbClr val="231F20"/>
                </a:solidFill>
                <a:latin typeface="Arial"/>
                <a:cs typeface="Arial"/>
              </a:rPr>
              <a:t>Risk</a:t>
            </a:r>
            <a:r>
              <a:rPr lang="en-US" sz="1000" spc="-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000" spc="-10" dirty="0">
                <a:solidFill>
                  <a:srgbClr val="231F20"/>
                </a:solidFill>
                <a:latin typeface="Arial"/>
                <a:cs typeface="Arial"/>
              </a:rPr>
              <a:t>Identification</a:t>
            </a:r>
            <a:endParaRPr lang="en-US" sz="1000" dirty="0">
              <a:latin typeface="Arial"/>
              <a:cs typeface="Arial"/>
            </a:endParaRP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FAE75C57-D0B5-415B-203D-AD670E6E695B}"/>
              </a:ext>
            </a:extLst>
          </p:cNvPr>
          <p:cNvSpPr txBox="1"/>
          <p:nvPr userDrawn="1"/>
        </p:nvSpPr>
        <p:spPr>
          <a:xfrm>
            <a:off x="8893775" y="3512468"/>
            <a:ext cx="138499" cy="1387475"/>
          </a:xfrm>
          <a:prstGeom prst="rect">
            <a:avLst/>
          </a:prstGeom>
        </p:spPr>
        <p:txBody>
          <a:bodyPr vert="vert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9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Resilience</a:t>
            </a:r>
            <a:r>
              <a:rPr sz="9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31F20"/>
                </a:solidFill>
                <a:latin typeface="Arial"/>
                <a:cs typeface="Arial"/>
              </a:rPr>
              <a:t>Program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7030FAA2-B62D-472B-622D-68A4ECF0E369}"/>
              </a:ext>
            </a:extLst>
          </p:cNvPr>
          <p:cNvSpPr txBox="1"/>
          <p:nvPr userDrawn="1"/>
        </p:nvSpPr>
        <p:spPr>
          <a:xfrm>
            <a:off x="8893775" y="2041713"/>
            <a:ext cx="138499" cy="568960"/>
          </a:xfrm>
          <a:prstGeom prst="rect">
            <a:avLst/>
          </a:prstGeom>
        </p:spPr>
        <p:txBody>
          <a:bodyPr vert="vert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900" spc="-20" dirty="0">
                <a:solidFill>
                  <a:srgbClr val="231F20"/>
                </a:solidFill>
                <a:latin typeface="Arial"/>
                <a:cs typeface="Arial"/>
              </a:rPr>
              <a:t> Scan</a:t>
            </a:r>
            <a:endParaRPr sz="9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90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</p:sldLayoutIdLst>
  <p:txStyles>
    <p:titleStyle>
      <a:lvl1pPr algn="l" defTabSz="342891" rtl="0" eaLnBrk="1" latinLnBrk="0" hangingPunct="1">
        <a:spcBef>
          <a:spcPct val="0"/>
        </a:spcBef>
        <a:buNone/>
        <a:defRPr sz="1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342891" rtl="0" eaLnBrk="1" latinLnBrk="0" hangingPunct="1">
        <a:spcBef>
          <a:spcPct val="20000"/>
        </a:spcBef>
        <a:buFont typeface="Arial"/>
        <a:buChar char="•"/>
        <a:defRPr sz="1051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342891" algn="l" defTabSz="342891" rtl="0" eaLnBrk="1" latinLnBrk="0" hangingPunct="1">
        <a:spcBef>
          <a:spcPct val="20000"/>
        </a:spcBef>
        <a:buFont typeface="Arial"/>
        <a:buChar char="–"/>
        <a:defRPr sz="1051" kern="1200">
          <a:solidFill>
            <a:schemeClr val="tx1"/>
          </a:solidFill>
          <a:latin typeface="+mn-lt"/>
          <a:ea typeface="+mn-ea"/>
          <a:cs typeface="+mn-cs"/>
        </a:defRPr>
      </a:lvl2pPr>
      <a:lvl3pPr marL="1028674" indent="-342891" algn="l" defTabSz="342891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-342891" algn="l" defTabSz="342891" rtl="0" eaLnBrk="1" latinLnBrk="0" hangingPunct="1">
        <a:spcBef>
          <a:spcPct val="20000"/>
        </a:spcBef>
        <a:buFont typeface="Arial"/>
        <a:buChar char="–"/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57" indent="-342891" algn="l" defTabSz="342891" rtl="0" eaLnBrk="1" latinLnBrk="0" hangingPunct="1">
        <a:spcBef>
          <a:spcPct val="2000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240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131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023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A618FCAA-11BC-74DC-3EB0-07EBAD6F3A00}"/>
              </a:ext>
            </a:extLst>
          </p:cNvPr>
          <p:cNvSpPr/>
          <p:nvPr userDrawn="1"/>
        </p:nvSpPr>
        <p:spPr>
          <a:xfrm>
            <a:off x="8763000" y="11194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AE5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9866BFD3-4342-BD98-1DB8-16D0A4BDDF5D}"/>
              </a:ext>
            </a:extLst>
          </p:cNvPr>
          <p:cNvSpPr/>
          <p:nvPr userDrawn="1"/>
        </p:nvSpPr>
        <p:spPr>
          <a:xfrm>
            <a:off x="0" y="0"/>
            <a:ext cx="381000" cy="5143500"/>
          </a:xfrm>
          <a:custGeom>
            <a:avLst/>
            <a:gdLst/>
            <a:ahLst/>
            <a:cxnLst/>
            <a:rect l="l" t="t" r="r" b="b"/>
            <a:pathLst>
              <a:path w="381000" h="6858000">
                <a:moveTo>
                  <a:pt x="381000" y="0"/>
                </a:moveTo>
                <a:lnTo>
                  <a:pt x="0" y="0"/>
                </a:lnTo>
                <a:lnTo>
                  <a:pt x="0" y="6858000"/>
                </a:lnTo>
                <a:lnTo>
                  <a:pt x="381000" y="6858000"/>
                </a:lnTo>
                <a:lnTo>
                  <a:pt x="381000" y="0"/>
                </a:lnTo>
                <a:close/>
              </a:path>
            </a:pathLst>
          </a:custGeom>
          <a:solidFill>
            <a:srgbClr val="AE56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342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457200" y="626724"/>
            <a:ext cx="8229600" cy="3967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"/>
          <p:cNvSpPr>
            <a:spLocks noGrp="1"/>
          </p:cNvSpPr>
          <p:nvPr>
            <p:ph type="ftr" sz="quarter" idx="3"/>
          </p:nvPr>
        </p:nvSpPr>
        <p:spPr>
          <a:xfrm>
            <a:off x="457200" y="4767263"/>
            <a:ext cx="8229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Page Number"/>
          <p:cNvSpPr>
            <a:spLocks noGrp="1"/>
          </p:cNvSpPr>
          <p:nvPr>
            <p:ph type="sldNum" sz="quarter" idx="4"/>
          </p:nvPr>
        </p:nvSpPr>
        <p:spPr>
          <a:xfrm>
            <a:off x="0" y="4767263"/>
            <a:ext cx="3810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object 5">
            <a:extLst>
              <a:ext uri="{FF2B5EF4-FFF2-40B4-BE49-F238E27FC236}">
                <a16:creationId xmlns:a16="http://schemas.microsoft.com/office/drawing/2014/main" id="{E38EF2BF-22D3-885B-A689-89FD24A5860B}"/>
              </a:ext>
            </a:extLst>
          </p:cNvPr>
          <p:cNvSpPr txBox="1"/>
          <p:nvPr userDrawn="1"/>
        </p:nvSpPr>
        <p:spPr>
          <a:xfrm>
            <a:off x="104031" y="1253765"/>
            <a:ext cx="153888" cy="2658359"/>
          </a:xfrm>
          <a:prstGeom prst="rect">
            <a:avLst/>
          </a:prstGeom>
        </p:spPr>
        <p:txBody>
          <a:bodyPr vert="vert270" wrap="square" lIns="0" tIns="6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en-US" sz="1000" dirty="0">
                <a:solidFill>
                  <a:srgbClr val="231F20"/>
                </a:solidFill>
                <a:latin typeface="Arial"/>
                <a:cs typeface="Arial"/>
              </a:rPr>
              <a:t>Local</a:t>
            </a:r>
            <a:r>
              <a:rPr lang="en-US" sz="1000" spc="-1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000" dirty="0">
                <a:solidFill>
                  <a:srgbClr val="231F20"/>
                </a:solidFill>
                <a:latin typeface="Arial"/>
                <a:cs typeface="Arial"/>
              </a:rPr>
              <a:t>Institutions</a:t>
            </a:r>
            <a:r>
              <a:rPr lang="en-US"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000" dirty="0">
                <a:solidFill>
                  <a:srgbClr val="231F20"/>
                </a:solidFill>
                <a:latin typeface="Arial"/>
                <a:cs typeface="Arial"/>
              </a:rPr>
              <a:t>&amp;</a:t>
            </a:r>
            <a:r>
              <a:rPr lang="en-US" sz="1000" spc="-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lang="en-US" sz="1000" spc="-10" dirty="0">
                <a:solidFill>
                  <a:srgbClr val="231F20"/>
                </a:solidFill>
                <a:latin typeface="Arial"/>
                <a:cs typeface="Arial"/>
              </a:rPr>
              <a:t>Planning</a:t>
            </a:r>
            <a:endParaRPr lang="en-US" sz="1000" dirty="0">
              <a:latin typeface="Arial"/>
              <a:cs typeface="Arial"/>
            </a:endParaRPr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FAE75C57-D0B5-415B-203D-AD670E6E695B}"/>
              </a:ext>
            </a:extLst>
          </p:cNvPr>
          <p:cNvSpPr txBox="1"/>
          <p:nvPr userDrawn="1"/>
        </p:nvSpPr>
        <p:spPr>
          <a:xfrm>
            <a:off x="8893775" y="3512468"/>
            <a:ext cx="138499" cy="1387475"/>
          </a:xfrm>
          <a:prstGeom prst="rect">
            <a:avLst/>
          </a:prstGeom>
        </p:spPr>
        <p:txBody>
          <a:bodyPr vert="vert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900" spc="-3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Resilience</a:t>
            </a:r>
            <a:r>
              <a:rPr sz="900" spc="-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31F20"/>
                </a:solidFill>
                <a:latin typeface="Arial"/>
                <a:cs typeface="Arial"/>
              </a:rPr>
              <a:t>Program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7" name="object 8">
            <a:extLst>
              <a:ext uri="{FF2B5EF4-FFF2-40B4-BE49-F238E27FC236}">
                <a16:creationId xmlns:a16="http://schemas.microsoft.com/office/drawing/2014/main" id="{7030FAA2-B62D-472B-622D-68A4ECF0E369}"/>
              </a:ext>
            </a:extLst>
          </p:cNvPr>
          <p:cNvSpPr txBox="1"/>
          <p:nvPr userDrawn="1"/>
        </p:nvSpPr>
        <p:spPr>
          <a:xfrm>
            <a:off x="8893775" y="2041713"/>
            <a:ext cx="138499" cy="568960"/>
          </a:xfrm>
          <a:prstGeom prst="rect">
            <a:avLst/>
          </a:prstGeom>
        </p:spPr>
        <p:txBody>
          <a:bodyPr vert="vert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00" dirty="0">
                <a:solidFill>
                  <a:srgbClr val="231F20"/>
                </a:solidFill>
                <a:latin typeface="Arial"/>
                <a:cs typeface="Arial"/>
              </a:rPr>
              <a:t>City</a:t>
            </a:r>
            <a:r>
              <a:rPr sz="900" spc="-20" dirty="0">
                <a:solidFill>
                  <a:srgbClr val="231F20"/>
                </a:solidFill>
                <a:latin typeface="Arial"/>
                <a:cs typeface="Arial"/>
              </a:rPr>
              <a:t> Scan</a:t>
            </a:r>
            <a:endParaRPr sz="9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13837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</p:sldLayoutIdLst>
  <p:txStyles>
    <p:titleStyle>
      <a:lvl1pPr algn="l" defTabSz="342891" rtl="0" eaLnBrk="1" latinLnBrk="0" hangingPunct="1">
        <a:spcBef>
          <a:spcPct val="0"/>
        </a:spcBef>
        <a:buNone/>
        <a:defRPr sz="1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342891" rtl="0" eaLnBrk="1" latinLnBrk="0" hangingPunct="1">
        <a:spcBef>
          <a:spcPct val="20000"/>
        </a:spcBef>
        <a:buFont typeface="Arial"/>
        <a:buChar char="•"/>
        <a:defRPr sz="1051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342891" algn="l" defTabSz="342891" rtl="0" eaLnBrk="1" latinLnBrk="0" hangingPunct="1">
        <a:spcBef>
          <a:spcPct val="20000"/>
        </a:spcBef>
        <a:buFont typeface="Arial"/>
        <a:buChar char="–"/>
        <a:defRPr sz="1051" kern="1200">
          <a:solidFill>
            <a:schemeClr val="tx1"/>
          </a:solidFill>
          <a:latin typeface="+mn-lt"/>
          <a:ea typeface="+mn-ea"/>
          <a:cs typeface="+mn-cs"/>
        </a:defRPr>
      </a:lvl2pPr>
      <a:lvl3pPr marL="1028674" indent="-342891" algn="l" defTabSz="342891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indent="-342891" algn="l" defTabSz="342891" rtl="0" eaLnBrk="1" latinLnBrk="0" hangingPunct="1">
        <a:spcBef>
          <a:spcPct val="20000"/>
        </a:spcBef>
        <a:buFont typeface="Arial"/>
        <a:buChar char="–"/>
        <a:defRPr sz="8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57" indent="-342891" algn="l" defTabSz="342891" rtl="0" eaLnBrk="1" latinLnBrk="0" hangingPunct="1">
        <a:spcBef>
          <a:spcPct val="2000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240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131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023" indent="-342891" algn="l" defTabSz="3428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342891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Bas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etting_the_contex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demographic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economic_activ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built_for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climate_condition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risk_identific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local_institu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0</Words>
  <Application>Microsoft Macintosh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Arial</vt:lpstr>
      <vt:lpstr>Calibri</vt:lpstr>
      <vt:lpstr>Base</vt:lpstr>
      <vt:lpstr>setting_the_context</vt:lpstr>
      <vt:lpstr>demographics</vt:lpstr>
      <vt:lpstr>economic_activity</vt:lpstr>
      <vt:lpstr>built_form</vt:lpstr>
      <vt:lpstr>climate_conditions</vt:lpstr>
      <vt:lpstr>risk_identification</vt:lpstr>
      <vt:lpstr>local_institution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Vivaldi Rinaldi</cp:lastModifiedBy>
  <cp:revision>32</cp:revision>
  <dcterms:created xsi:type="dcterms:W3CDTF">2017-06-05T14:10:58Z</dcterms:created>
  <dcterms:modified xsi:type="dcterms:W3CDTF">2025-10-20T20:22:03Z</dcterms:modified>
</cp:coreProperties>
</file>